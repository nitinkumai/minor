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_rels/presentation.xml.rels" ContentType="application/vnd.openxmlformats-package.relationships+xml"/>
  <Override PartName="/ppt/media/image1.jpeg" ContentType="image/jpeg"/>
  <Override PartName="/ppt/media/image6.png" ContentType="image/png"/>
  <Override PartName="/ppt/media/image10.png" ContentType="image/png"/>
  <Override PartName="/ppt/media/image2.png" ContentType="image/png"/>
  <Override PartName="/ppt/media/image3.png" ContentType="image/png"/>
  <Override PartName="/ppt/media/image4.png" ContentType="image/png"/>
  <Override PartName="/ppt/media/image5.svg" ContentType="image/svg"/>
  <Override PartName="/ppt/media/image8.png" ContentType="image/png"/>
  <Override PartName="/ppt/media/image7.svg" ContentType="image/svg"/>
  <Override PartName="/ppt/media/image11.svg" ContentType="image/svg"/>
  <Override PartName="/ppt/media/image9.svg" ContentType="image/svg"/>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0" name="Rectangle 13"/>
          <p:cNvSpPr/>
          <p:nvPr/>
        </p:nvSpPr>
        <p:spPr>
          <a:xfrm>
            <a:off x="99000" y="86400"/>
            <a:ext cx="11997720" cy="6684120"/>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pic>
        <p:nvPicPr>
          <p:cNvPr id="1" name="Picture 2" descr="A picture containing text, clipart&#10;&#10;Description automatically generated"/>
          <p:cNvPicPr/>
          <p:nvPr/>
        </p:nvPicPr>
        <p:blipFill>
          <a:blip r:embed="rId2"/>
          <a:srcRect l="0" t="12814" r="7456" b="0"/>
          <a:stretch/>
        </p:blipFill>
        <p:spPr>
          <a:xfrm>
            <a:off x="10717920" y="127800"/>
            <a:ext cx="1335600" cy="540000"/>
          </a:xfrm>
          <a:prstGeom prst="rect">
            <a:avLst/>
          </a:prstGeom>
          <a:noFill/>
          <a:ln w="0">
            <a:noFill/>
          </a:ln>
        </p:spPr>
      </p:pic>
      <p:sp>
        <p:nvSpPr>
          <p:cNvPr id="2" name="PlaceHolder 1"/>
          <p:cNvSpPr>
            <a:spLocks noGrp="1"/>
          </p:cNvSpPr>
          <p:nvPr>
            <p:ph type="title"/>
          </p:nvPr>
        </p:nvSpPr>
        <p:spPr>
          <a:xfrm>
            <a:off x="1523880" y="1122480"/>
            <a:ext cx="9143280" cy="2386800"/>
          </a:xfrm>
          <a:prstGeom prst="rect">
            <a:avLst/>
          </a:prstGeom>
          <a:noFill/>
          <a:ln w="0">
            <a:noFill/>
          </a:ln>
        </p:spPr>
        <p:txBody>
          <a:bodyPr lIns="90000" rIns="90000" tIns="45000" bIns="45000" anchor="b">
            <a:noAutofit/>
          </a:bodyPr>
          <a:p>
            <a:pPr indent="0" algn="ctr" defTabSz="914400">
              <a:lnSpc>
                <a:spcPct val="90000"/>
              </a:lnSpc>
              <a:buNone/>
              <a:tabLst>
                <a:tab algn="l" pos="0"/>
              </a:tabLst>
            </a:pPr>
            <a:r>
              <a:rPr b="0" lang="en-GB" sz="6000" strike="noStrike" u="none">
                <a:solidFill>
                  <a:schemeClr val="dk1"/>
                </a:solidFill>
                <a:effectLst/>
                <a:uFillTx/>
                <a:latin typeface="Calibri Light"/>
              </a:rPr>
              <a:t>Click to </a:t>
            </a:r>
            <a:r>
              <a:rPr b="0" lang="en-GB" sz="6000" strike="noStrike" u="none">
                <a:solidFill>
                  <a:schemeClr val="dk1"/>
                </a:solidFill>
                <a:effectLst/>
                <a:uFillTx/>
                <a:latin typeface="Calibri Light"/>
              </a:rPr>
              <a:t>edit </a:t>
            </a:r>
            <a:r>
              <a:rPr b="0" lang="en-GB" sz="6000" strike="noStrike" u="none">
                <a:solidFill>
                  <a:schemeClr val="dk1"/>
                </a:solidFill>
                <a:effectLst/>
                <a:uFillTx/>
                <a:latin typeface="Calibri Light"/>
              </a:rPr>
              <a:t>Master </a:t>
            </a:r>
            <a:r>
              <a:rPr b="0" lang="en-GB" sz="6000" strike="noStrike" u="none">
                <a:solidFill>
                  <a:schemeClr val="dk1"/>
                </a:solidFill>
                <a:effectLst/>
                <a:uFillTx/>
                <a:latin typeface="Calibri Light"/>
              </a:rPr>
              <a:t>title style</a:t>
            </a:r>
            <a:endParaRPr b="0" lang="en-IN" sz="6000" strike="noStrike" u="none">
              <a:solidFill>
                <a:srgbClr val="000000"/>
              </a:solidFill>
              <a:effectLst/>
              <a:uFillTx/>
              <a:latin typeface="Arial"/>
            </a:endParaRPr>
          </a:p>
        </p:txBody>
      </p:sp>
      <p:sp>
        <p:nvSpPr>
          <p:cNvPr id="3" name="PlaceHolder 2"/>
          <p:cNvSpPr>
            <a:spLocks noGrp="1"/>
          </p:cNvSpPr>
          <p:nvPr>
            <p:ph type="dt" idx="1"/>
          </p:nvPr>
        </p:nvSpPr>
        <p:spPr>
          <a:xfrm>
            <a:off x="838080" y="6356520"/>
            <a:ext cx="2742480" cy="364320"/>
          </a:xfrm>
          <a:prstGeom prst="rect">
            <a:avLst/>
          </a:prstGeom>
          <a:noFill/>
          <a:ln w="0">
            <a:noFill/>
          </a:ln>
        </p:spPr>
        <p:txBody>
          <a:bodyPr lIns="90000" rIns="90000" tIns="45000" bIns="45000" anchor="t">
            <a:noAutofit/>
          </a:bodyPr>
          <a:lstStyle>
            <a:lvl1pPr indent="0" defTabSz="914400">
              <a:lnSpc>
                <a:spcPct val="100000"/>
              </a:lnSpc>
              <a:buNone/>
              <a:tabLst>
                <a:tab algn="l" pos="0"/>
              </a:tabLst>
              <a:defRPr b="0" lang="en-US" sz="1800" strike="noStrike" u="none">
                <a:solidFill>
                  <a:schemeClr val="dk1"/>
                </a:solidFill>
                <a:effectLst/>
                <a:uFillTx/>
                <a:latin typeface="Calibri"/>
              </a:defRPr>
            </a:lvl1pPr>
          </a:lstStyle>
          <a:p>
            <a:pPr indent="0" defTabSz="914400">
              <a:lnSpc>
                <a:spcPct val="100000"/>
              </a:lnSpc>
              <a:buNone/>
              <a:tabLst>
                <a:tab algn="l" pos="0"/>
              </a:tabLst>
            </a:pPr>
            <a:r>
              <a:rPr b="0" lang="en-US" sz="1800" strike="noStrike" u="none">
                <a:solidFill>
                  <a:schemeClr val="dk1"/>
                </a:solidFill>
                <a:effectLst/>
                <a:uFillTx/>
                <a:latin typeface="Calibri"/>
              </a:rPr>
              <a:t>&lt;date/time&gt;</a:t>
            </a:r>
            <a:endParaRPr b="0" lang="en-IN" sz="1800" strike="noStrike" u="none">
              <a:solidFill>
                <a:srgbClr val="000000"/>
              </a:solidFill>
              <a:effectLst/>
              <a:uFillTx/>
              <a:latin typeface="Times New Roman"/>
            </a:endParaRPr>
          </a:p>
        </p:txBody>
      </p:sp>
      <p:sp>
        <p:nvSpPr>
          <p:cNvPr id="4" name="PlaceHolder 3"/>
          <p:cNvSpPr>
            <a:spLocks noGrp="1"/>
          </p:cNvSpPr>
          <p:nvPr>
            <p:ph type="ftr" idx="2"/>
          </p:nvPr>
        </p:nvSpPr>
        <p:spPr>
          <a:xfrm>
            <a:off x="4038480" y="6356520"/>
            <a:ext cx="4114080" cy="364320"/>
          </a:xfrm>
          <a:prstGeom prst="rect">
            <a:avLst/>
          </a:prstGeom>
          <a:noFill/>
          <a:ln w="0">
            <a:noFill/>
          </a:ln>
        </p:spPr>
        <p:txBody>
          <a:bodyPr lIns="90000" rIns="90000" tIns="45000" bIns="45000" anchor="t">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480" cy="364320"/>
          </a:xfrm>
          <a:prstGeom prst="rect">
            <a:avLst/>
          </a:prstGeom>
          <a:noFill/>
          <a:ln w="0">
            <a:noFill/>
          </a:ln>
        </p:spPr>
        <p:txBody>
          <a:bodyPr lIns="90000" rIns="90000" tIns="45000" bIns="45000" anchor="t">
            <a:noAutofit/>
          </a:bodyPr>
          <a:lstStyle>
            <a:lvl1pPr indent="0" defTabSz="914400">
              <a:lnSpc>
                <a:spcPct val="100000"/>
              </a:lnSpc>
              <a:buNone/>
              <a:tabLst>
                <a:tab algn="l" pos="0"/>
              </a:tabLst>
              <a:defRPr b="0" lang="en-US" sz="1800" strike="noStrike" u="none">
                <a:solidFill>
                  <a:schemeClr val="dk1"/>
                </a:solidFill>
                <a:effectLst/>
                <a:uFillTx/>
                <a:latin typeface="Calibri"/>
              </a:defRPr>
            </a:lvl1pPr>
          </a:lstStyle>
          <a:p>
            <a:pPr indent="0" defTabSz="914400">
              <a:lnSpc>
                <a:spcPct val="100000"/>
              </a:lnSpc>
              <a:buNone/>
              <a:tabLst>
                <a:tab algn="l" pos="0"/>
              </a:tabLst>
            </a:pPr>
            <a:fld id="{D9F6791F-77D5-483E-A2FE-17DA3DD6A794}" type="slidenum">
              <a:rPr b="0" lang="en-US" sz="1800" strike="noStrike" u="none">
                <a:solidFill>
                  <a:schemeClr val="dk1"/>
                </a:solidFill>
                <a:effectLst/>
                <a:uFillTx/>
                <a:latin typeface="Calibri"/>
              </a:rPr>
              <a:t>&lt;number&gt;</a:t>
            </a:fld>
            <a:endParaRPr b="0" lang="en-IN" sz="18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Content">
    <p:bg>
      <p:bgPr>
        <a:solidFill>
          <a:srgbClr val="ffffff"/>
        </a:solidFill>
      </p:bgPr>
    </p:bg>
    <p:spTree>
      <p:nvGrpSpPr>
        <p:cNvPr id="1" name=""/>
        <p:cNvGrpSpPr/>
        <p:nvPr/>
      </p:nvGrpSpPr>
      <p:grpSpPr>
        <a:xfrm>
          <a:off x="0" y="0"/>
          <a:ext cx="0" cy="0"/>
          <a:chOff x="0" y="0"/>
          <a:chExt cx="0" cy="0"/>
        </a:xfrm>
      </p:grpSpPr>
      <p:sp>
        <p:nvSpPr>
          <p:cNvPr id="6" name="Rectangle 13"/>
          <p:cNvSpPr/>
          <p:nvPr/>
        </p:nvSpPr>
        <p:spPr>
          <a:xfrm>
            <a:off x="99000" y="86400"/>
            <a:ext cx="11997720" cy="6684120"/>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pic>
        <p:nvPicPr>
          <p:cNvPr id="7" name="Picture 2" descr="A picture containing text, clipart&#10;&#10;Description automatically generated"/>
          <p:cNvPicPr/>
          <p:nvPr/>
        </p:nvPicPr>
        <p:blipFill>
          <a:blip r:embed="rId2"/>
          <a:srcRect l="0" t="12814" r="7456" b="0"/>
          <a:stretch/>
        </p:blipFill>
        <p:spPr>
          <a:xfrm>
            <a:off x="10717920" y="127800"/>
            <a:ext cx="1335600" cy="540000"/>
          </a:xfrm>
          <a:prstGeom prst="rect">
            <a:avLst/>
          </a:prstGeom>
          <a:noFill/>
          <a:ln w="0">
            <a:noFill/>
          </a:ln>
        </p:spPr>
      </p:pic>
      <p:sp>
        <p:nvSpPr>
          <p:cNvPr id="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Calibri"/>
              </a:rPr>
              <a:t>Click to edit the title text format</a:t>
            </a:r>
            <a:endParaRPr b="0" lang="en-IN" sz="1800" strike="noStrike" u="none">
              <a:solidFill>
                <a:srgbClr val="000000"/>
              </a:solidFill>
              <a:effectLst/>
              <a:uFillTx/>
              <a:latin typeface="Arial"/>
            </a:endParaRPr>
          </a:p>
        </p:txBody>
      </p:sp>
      <p:sp>
        <p:nvSpPr>
          <p:cNvPr id="9"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alibri"/>
              </a:rPr>
              <a:t>Click to edit the outline text format</a:t>
            </a:r>
            <a:endParaRPr b="0" lang="en-IN" sz="28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en-US" sz="2000" strike="noStrike" u="none">
                <a:solidFill>
                  <a:schemeClr val="dk1"/>
                </a:solidFill>
                <a:effectLst/>
                <a:uFillTx/>
                <a:latin typeface="Calibri"/>
              </a:rPr>
              <a:t>Second Outline Level</a:t>
            </a:r>
            <a:endParaRPr b="0" lang="en-IN" sz="2000" strike="noStrike" u="none">
              <a:solidFill>
                <a:srgbClr val="000000"/>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en-US" sz="1800" strike="noStrike" u="none">
                <a:solidFill>
                  <a:schemeClr val="dk1"/>
                </a:solidFill>
                <a:effectLst/>
                <a:uFillTx/>
                <a:latin typeface="Calibri"/>
              </a:rPr>
              <a:t>Third Outline Level</a:t>
            </a:r>
            <a:endParaRPr b="0" lang="en-IN" sz="1800" strike="noStrike" u="none">
              <a:solidFill>
                <a:srgbClr val="000000"/>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en-US" sz="1800" strike="noStrike" u="none">
                <a:solidFill>
                  <a:schemeClr val="dk1"/>
                </a:solidFill>
                <a:effectLst/>
                <a:uFillTx/>
                <a:latin typeface="Calibri"/>
              </a:rPr>
              <a:t>Fourth Outline Level</a:t>
            </a:r>
            <a:endParaRPr b="0" lang="en-IN" sz="1800" strike="noStrike" u="none">
              <a:solidFill>
                <a:srgbClr val="000000"/>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IN" sz="2000" strike="noStrike" u="none">
              <a:solidFill>
                <a:srgbClr val="000000"/>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IN" sz="2000" strike="noStrike" u="none">
              <a:solidFill>
                <a:srgbClr val="000000"/>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IN" sz="20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10" name="Rectangle 13"/>
          <p:cNvSpPr/>
          <p:nvPr/>
        </p:nvSpPr>
        <p:spPr>
          <a:xfrm>
            <a:off x="99000" y="86400"/>
            <a:ext cx="11997720" cy="6684120"/>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pic>
        <p:nvPicPr>
          <p:cNvPr id="11" name="Picture 2" descr="A picture containing text, clipart&#10;&#10;Description automatically generated"/>
          <p:cNvPicPr/>
          <p:nvPr/>
        </p:nvPicPr>
        <p:blipFill>
          <a:blip r:embed="rId2"/>
          <a:srcRect l="0" t="12814" r="7456" b="0"/>
          <a:stretch/>
        </p:blipFill>
        <p:spPr>
          <a:xfrm>
            <a:off x="10717920" y="127800"/>
            <a:ext cx="1335600" cy="540000"/>
          </a:xfrm>
          <a:prstGeom prst="rect">
            <a:avLst/>
          </a:prstGeom>
          <a:noFill/>
          <a:ln w="0">
            <a:noFill/>
          </a:ln>
        </p:spPr>
      </p:pic>
      <p:sp>
        <p:nvSpPr>
          <p:cNvPr id="1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Calibri"/>
              </a:rPr>
              <a:t>Click to edit the title text format</a:t>
            </a:r>
            <a:endParaRPr b="0" lang="en-IN" sz="1800" strike="noStrike" u="none">
              <a:solidFill>
                <a:srgbClr val="000000"/>
              </a:solidFill>
              <a:effectLst/>
              <a:uFillTx/>
              <a:latin typeface="Arial"/>
            </a:endParaRPr>
          </a:p>
        </p:txBody>
      </p:sp>
      <p:sp>
        <p:nvSpPr>
          <p:cNvPr id="13"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alibri"/>
              </a:rPr>
              <a:t>Click to edit the outline text format</a:t>
            </a:r>
            <a:endParaRPr b="0" lang="en-IN" sz="28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en-US" sz="2000" strike="noStrike" u="none">
                <a:solidFill>
                  <a:schemeClr val="dk1"/>
                </a:solidFill>
                <a:effectLst/>
                <a:uFillTx/>
                <a:latin typeface="Calibri"/>
              </a:rPr>
              <a:t>Second Outline Level</a:t>
            </a:r>
            <a:endParaRPr b="0" lang="en-IN" sz="2000" strike="noStrike" u="none">
              <a:solidFill>
                <a:srgbClr val="000000"/>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en-US" sz="1800" strike="noStrike" u="none">
                <a:solidFill>
                  <a:schemeClr val="dk1"/>
                </a:solidFill>
                <a:effectLst/>
                <a:uFillTx/>
                <a:latin typeface="Calibri"/>
              </a:rPr>
              <a:t>Third Outline Level</a:t>
            </a:r>
            <a:endParaRPr b="0" lang="en-IN" sz="1800" strike="noStrike" u="none">
              <a:solidFill>
                <a:srgbClr val="000000"/>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en-US" sz="1800" strike="noStrike" u="none">
                <a:solidFill>
                  <a:schemeClr val="dk1"/>
                </a:solidFill>
                <a:effectLst/>
                <a:uFillTx/>
                <a:latin typeface="Calibri"/>
              </a:rPr>
              <a:t>Fourth Outline Level</a:t>
            </a:r>
            <a:endParaRPr b="0" lang="en-IN" sz="1800" strike="noStrike" u="none">
              <a:solidFill>
                <a:srgbClr val="000000"/>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IN" sz="2000" strike="noStrike" u="none">
              <a:solidFill>
                <a:srgbClr val="000000"/>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IN" sz="2000" strike="noStrike" u="none">
              <a:solidFill>
                <a:srgbClr val="000000"/>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IN" sz="20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bg>
      <p:bgPr>
        <a:solidFill>
          <a:srgbClr val="ffffff"/>
        </a:solidFill>
      </p:bgPr>
    </p:bg>
    <p:spTree>
      <p:nvGrpSpPr>
        <p:cNvPr id="1" name=""/>
        <p:cNvGrpSpPr/>
        <p:nvPr/>
      </p:nvGrpSpPr>
      <p:grpSpPr>
        <a:xfrm>
          <a:off x="0" y="0"/>
          <a:ext cx="0" cy="0"/>
          <a:chOff x="0" y="0"/>
          <a:chExt cx="0" cy="0"/>
        </a:xfrm>
      </p:grpSpPr>
      <p:sp>
        <p:nvSpPr>
          <p:cNvPr id="14" name="Rectangle 13"/>
          <p:cNvSpPr/>
          <p:nvPr/>
        </p:nvSpPr>
        <p:spPr>
          <a:xfrm>
            <a:off x="99000" y="86400"/>
            <a:ext cx="11997720" cy="6684120"/>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pic>
        <p:nvPicPr>
          <p:cNvPr id="15" name="Picture 2" descr="A picture containing text, clipart&#10;&#10;Description automatically generated"/>
          <p:cNvPicPr/>
          <p:nvPr/>
        </p:nvPicPr>
        <p:blipFill>
          <a:blip r:embed="rId2"/>
          <a:srcRect l="0" t="12814" r="7456" b="0"/>
          <a:stretch/>
        </p:blipFill>
        <p:spPr>
          <a:xfrm>
            <a:off x="10717920" y="127800"/>
            <a:ext cx="1335600" cy="540000"/>
          </a:xfrm>
          <a:prstGeom prst="rect">
            <a:avLst/>
          </a:prstGeom>
          <a:noFill/>
          <a:ln w="0">
            <a:noFill/>
          </a:ln>
        </p:spPr>
      </p:pic>
      <p:sp>
        <p:nvSpPr>
          <p:cNvPr id="1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Calibri"/>
              </a:rPr>
              <a:t>Click to edit the title text format</a:t>
            </a:r>
            <a:endParaRPr b="0" lang="en-IN" sz="1800" strike="noStrike" u="none">
              <a:solidFill>
                <a:srgbClr val="000000"/>
              </a:solidFill>
              <a:effectLst/>
              <a:uFillTx/>
              <a:latin typeface="Arial"/>
            </a:endParaRPr>
          </a:p>
        </p:txBody>
      </p:sp>
      <p:sp>
        <p:nvSpPr>
          <p:cNvPr id="17"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alibri"/>
              </a:rPr>
              <a:t>Click to edit the outline text format</a:t>
            </a:r>
            <a:endParaRPr b="0" lang="en-IN" sz="28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en-US" sz="2000" strike="noStrike" u="none">
                <a:solidFill>
                  <a:schemeClr val="dk1"/>
                </a:solidFill>
                <a:effectLst/>
                <a:uFillTx/>
                <a:latin typeface="Calibri"/>
              </a:rPr>
              <a:t>Second Outline Level</a:t>
            </a:r>
            <a:endParaRPr b="0" lang="en-IN" sz="2000" strike="noStrike" u="none">
              <a:solidFill>
                <a:srgbClr val="000000"/>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en-US" sz="1800" strike="noStrike" u="none">
                <a:solidFill>
                  <a:schemeClr val="dk1"/>
                </a:solidFill>
                <a:effectLst/>
                <a:uFillTx/>
                <a:latin typeface="Calibri"/>
              </a:rPr>
              <a:t>Third Outline Level</a:t>
            </a:r>
            <a:endParaRPr b="0" lang="en-IN" sz="1800" strike="noStrike" u="none">
              <a:solidFill>
                <a:srgbClr val="000000"/>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en-US" sz="1800" strike="noStrike" u="none">
                <a:solidFill>
                  <a:schemeClr val="dk1"/>
                </a:solidFill>
                <a:effectLst/>
                <a:uFillTx/>
                <a:latin typeface="Calibri"/>
              </a:rPr>
              <a:t>Fourth Outline Level</a:t>
            </a:r>
            <a:endParaRPr b="0" lang="en-IN" sz="1800" strike="noStrike" u="none">
              <a:solidFill>
                <a:srgbClr val="000000"/>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IN" sz="2000" strike="noStrike" u="none">
              <a:solidFill>
                <a:srgbClr val="000000"/>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IN" sz="2000" strike="noStrike" u="none">
              <a:solidFill>
                <a:srgbClr val="000000"/>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IN" sz="20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18" name="Rectangle 13"/>
          <p:cNvSpPr/>
          <p:nvPr/>
        </p:nvSpPr>
        <p:spPr>
          <a:xfrm>
            <a:off x="99000" y="86400"/>
            <a:ext cx="11997720" cy="6684120"/>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pic>
        <p:nvPicPr>
          <p:cNvPr id="19" name="Picture 2" descr="A picture containing text, clipart&#10;&#10;Description automatically generated"/>
          <p:cNvPicPr/>
          <p:nvPr/>
        </p:nvPicPr>
        <p:blipFill>
          <a:blip r:embed="rId2"/>
          <a:srcRect l="0" t="12814" r="7456" b="0"/>
          <a:stretch/>
        </p:blipFill>
        <p:spPr>
          <a:xfrm>
            <a:off x="10717920" y="127800"/>
            <a:ext cx="1335600" cy="540000"/>
          </a:xfrm>
          <a:prstGeom prst="rect">
            <a:avLst/>
          </a:prstGeom>
          <a:noFill/>
          <a:ln w="0">
            <a:noFill/>
          </a:ln>
        </p:spPr>
      </p:pic>
      <p:sp>
        <p:nvSpPr>
          <p:cNvPr id="20" name="PlaceHolder 1"/>
          <p:cNvSpPr>
            <a:spLocks noGrp="1"/>
          </p:cNvSpPr>
          <p:nvPr>
            <p:ph type="dt" idx="4"/>
          </p:nvPr>
        </p:nvSpPr>
        <p:spPr>
          <a:xfrm>
            <a:off x="838080" y="6356520"/>
            <a:ext cx="2742480" cy="364320"/>
          </a:xfrm>
          <a:prstGeom prst="rect">
            <a:avLst/>
          </a:prstGeom>
          <a:noFill/>
          <a:ln w="0">
            <a:noFill/>
          </a:ln>
        </p:spPr>
        <p:txBody>
          <a:bodyPr lIns="90000" rIns="90000" tIns="45000" bIns="45000" anchor="t">
            <a:noAutofit/>
          </a:bodyPr>
          <a:lstStyle>
            <a:lvl1pPr indent="0" defTabSz="914400">
              <a:lnSpc>
                <a:spcPct val="100000"/>
              </a:lnSpc>
              <a:buNone/>
              <a:tabLst>
                <a:tab algn="l" pos="0"/>
              </a:tabLst>
              <a:defRPr b="0" lang="en-US" sz="1800" strike="noStrike" u="none">
                <a:solidFill>
                  <a:schemeClr val="dk1"/>
                </a:solidFill>
                <a:effectLst/>
                <a:uFillTx/>
                <a:latin typeface="Calibri"/>
              </a:defRPr>
            </a:lvl1pPr>
          </a:lstStyle>
          <a:p>
            <a:pPr indent="0" defTabSz="914400">
              <a:lnSpc>
                <a:spcPct val="100000"/>
              </a:lnSpc>
              <a:buNone/>
              <a:tabLst>
                <a:tab algn="l" pos="0"/>
              </a:tabLst>
            </a:pPr>
            <a:r>
              <a:rPr b="0" lang="en-US" sz="1800" strike="noStrike" u="none">
                <a:solidFill>
                  <a:schemeClr val="dk1"/>
                </a:solidFill>
                <a:effectLst/>
                <a:uFillTx/>
                <a:latin typeface="Calibri"/>
              </a:rPr>
              <a:t>&lt;date/time&gt;</a:t>
            </a:r>
            <a:endParaRPr b="0" lang="en-IN" sz="1800" strike="noStrike" u="none">
              <a:solidFill>
                <a:srgbClr val="000000"/>
              </a:solidFill>
              <a:effectLst/>
              <a:uFillTx/>
              <a:latin typeface="Times New Roman"/>
            </a:endParaRPr>
          </a:p>
        </p:txBody>
      </p:sp>
      <p:sp>
        <p:nvSpPr>
          <p:cNvPr id="21" name="PlaceHolder 2"/>
          <p:cNvSpPr>
            <a:spLocks noGrp="1"/>
          </p:cNvSpPr>
          <p:nvPr>
            <p:ph type="ftr" idx="5"/>
          </p:nvPr>
        </p:nvSpPr>
        <p:spPr>
          <a:xfrm>
            <a:off x="4038480" y="6356520"/>
            <a:ext cx="4114080" cy="364320"/>
          </a:xfrm>
          <a:prstGeom prst="rect">
            <a:avLst/>
          </a:prstGeom>
          <a:noFill/>
          <a:ln w="0">
            <a:noFill/>
          </a:ln>
        </p:spPr>
        <p:txBody>
          <a:bodyPr lIns="90000" rIns="90000" tIns="45000" bIns="45000" anchor="t">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22" name="PlaceHolder 3"/>
          <p:cNvSpPr>
            <a:spLocks noGrp="1"/>
          </p:cNvSpPr>
          <p:nvPr>
            <p:ph type="sldNum" idx="6"/>
          </p:nvPr>
        </p:nvSpPr>
        <p:spPr>
          <a:xfrm>
            <a:off x="8610480" y="6356520"/>
            <a:ext cx="2742480" cy="364320"/>
          </a:xfrm>
          <a:prstGeom prst="rect">
            <a:avLst/>
          </a:prstGeom>
          <a:noFill/>
          <a:ln w="0">
            <a:noFill/>
          </a:ln>
        </p:spPr>
        <p:txBody>
          <a:bodyPr lIns="90000" rIns="90000" tIns="45000" bIns="45000" anchor="t">
            <a:noAutofit/>
          </a:bodyPr>
          <a:lstStyle>
            <a:lvl1pPr indent="0" defTabSz="914400">
              <a:lnSpc>
                <a:spcPct val="100000"/>
              </a:lnSpc>
              <a:buNone/>
              <a:tabLst>
                <a:tab algn="l" pos="0"/>
              </a:tabLst>
              <a:defRPr b="0" lang="en-US" sz="1800" strike="noStrike" u="none">
                <a:solidFill>
                  <a:schemeClr val="dk1"/>
                </a:solidFill>
                <a:effectLst/>
                <a:uFillTx/>
                <a:latin typeface="Calibri"/>
              </a:defRPr>
            </a:lvl1pPr>
          </a:lstStyle>
          <a:p>
            <a:pPr indent="0" defTabSz="914400">
              <a:lnSpc>
                <a:spcPct val="100000"/>
              </a:lnSpc>
              <a:buNone/>
              <a:tabLst>
                <a:tab algn="l" pos="0"/>
              </a:tabLst>
            </a:pPr>
            <a:fld id="{EC3BCA82-D33B-4A80-BDD3-23701818D332}" type="slidenum">
              <a:rPr b="0" lang="en-US" sz="1800" strike="noStrike" u="none">
                <a:solidFill>
                  <a:schemeClr val="dk1"/>
                </a:solidFill>
                <a:effectLst/>
                <a:uFillTx/>
                <a:latin typeface="Calibri"/>
              </a:rPr>
              <a:t>&lt;number&gt;</a:t>
            </a:fld>
            <a:endParaRPr b="0" lang="en-IN" sz="1800" strike="noStrike" u="none">
              <a:solidFill>
                <a:srgbClr val="000000"/>
              </a:solidFill>
              <a:effectLst/>
              <a:uFillTx/>
              <a:latin typeface="Times New Roman"/>
            </a:endParaRPr>
          </a:p>
        </p:txBody>
      </p:sp>
      <p:sp>
        <p:nvSpPr>
          <p:cNvPr id="23" name="PlaceHolder 4"/>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Calibri"/>
              </a:rPr>
              <a:t>Click to edit the title text format</a:t>
            </a:r>
            <a:endParaRPr b="0" lang="en-IN" sz="1800" strike="noStrike" u="none">
              <a:solidFill>
                <a:srgbClr val="000000"/>
              </a:solidFill>
              <a:effectLst/>
              <a:uFillTx/>
              <a:latin typeface="Arial"/>
            </a:endParaRPr>
          </a:p>
        </p:txBody>
      </p:sp>
      <p:sp>
        <p:nvSpPr>
          <p:cNvPr id="24"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alibri"/>
              </a:rPr>
              <a:t>Click to edit the outline text format</a:t>
            </a:r>
            <a:endParaRPr b="0" lang="en-IN" sz="28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en-US" sz="2000" strike="noStrike" u="none">
                <a:solidFill>
                  <a:schemeClr val="dk1"/>
                </a:solidFill>
                <a:effectLst/>
                <a:uFillTx/>
                <a:latin typeface="Calibri"/>
              </a:rPr>
              <a:t>Second Outline Level</a:t>
            </a:r>
            <a:endParaRPr b="0" lang="en-IN" sz="2000" strike="noStrike" u="none">
              <a:solidFill>
                <a:srgbClr val="000000"/>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en-US" sz="1800" strike="noStrike" u="none">
                <a:solidFill>
                  <a:schemeClr val="dk1"/>
                </a:solidFill>
                <a:effectLst/>
                <a:uFillTx/>
                <a:latin typeface="Calibri"/>
              </a:rPr>
              <a:t>Third Outline Level</a:t>
            </a:r>
            <a:endParaRPr b="0" lang="en-IN" sz="1800" strike="noStrike" u="none">
              <a:solidFill>
                <a:srgbClr val="000000"/>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en-US" sz="1800" strike="noStrike" u="none">
                <a:solidFill>
                  <a:schemeClr val="dk1"/>
                </a:solidFill>
                <a:effectLst/>
                <a:uFillTx/>
                <a:latin typeface="Calibri"/>
              </a:rPr>
              <a:t>Fourth Outline Level</a:t>
            </a:r>
            <a:endParaRPr b="0" lang="en-IN" sz="1800" strike="noStrike" u="none">
              <a:solidFill>
                <a:srgbClr val="000000"/>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IN" sz="2000" strike="noStrike" u="none">
              <a:solidFill>
                <a:srgbClr val="000000"/>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IN" sz="2000" strike="noStrike" u="none">
              <a:solidFill>
                <a:srgbClr val="000000"/>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IN"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Content_">
    <p:bg>
      <p:bgPr>
        <a:solidFill>
          <a:srgbClr val="ffffff"/>
        </a:solidFill>
      </p:bgPr>
    </p:bg>
    <p:spTree>
      <p:nvGrpSpPr>
        <p:cNvPr id="1" name=""/>
        <p:cNvGrpSpPr/>
        <p:nvPr/>
      </p:nvGrpSpPr>
      <p:grpSpPr>
        <a:xfrm>
          <a:off x="0" y="0"/>
          <a:ext cx="0" cy="0"/>
          <a:chOff x="0" y="0"/>
          <a:chExt cx="0" cy="0"/>
        </a:xfrm>
      </p:grpSpPr>
      <p:sp>
        <p:nvSpPr>
          <p:cNvPr id="25" name="Rectangle 13"/>
          <p:cNvSpPr/>
          <p:nvPr/>
        </p:nvSpPr>
        <p:spPr>
          <a:xfrm>
            <a:off x="99000" y="86400"/>
            <a:ext cx="11997720" cy="6684120"/>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b="0" lang="en-US" sz="1800" strike="noStrike" u="none">
              <a:solidFill>
                <a:schemeClr val="lt1"/>
              </a:solidFill>
              <a:effectLst/>
              <a:uFillTx/>
              <a:latin typeface="Calibri"/>
            </a:endParaRPr>
          </a:p>
        </p:txBody>
      </p:sp>
      <p:pic>
        <p:nvPicPr>
          <p:cNvPr id="26" name="Picture 2" descr="A picture containing text, clipart&#10;&#10;Description automatically generated"/>
          <p:cNvPicPr/>
          <p:nvPr/>
        </p:nvPicPr>
        <p:blipFill>
          <a:blip r:embed="rId2"/>
          <a:srcRect l="0" t="12814" r="7456" b="0"/>
          <a:stretch/>
        </p:blipFill>
        <p:spPr>
          <a:xfrm>
            <a:off x="10717920" y="127800"/>
            <a:ext cx="1335600" cy="540000"/>
          </a:xfrm>
          <a:prstGeom prst="rect">
            <a:avLst/>
          </a:prstGeom>
          <a:noFill/>
          <a:ln w="0">
            <a:noFill/>
          </a:ln>
        </p:spPr>
      </p:pic>
      <p:sp>
        <p:nvSpPr>
          <p:cNvPr id="2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Calibri"/>
              </a:rPr>
              <a:t>Click to edit the title text format</a:t>
            </a:r>
            <a:endParaRPr b="0" lang="en-IN" sz="1800" strike="noStrike" u="none">
              <a:solidFill>
                <a:srgbClr val="000000"/>
              </a:solidFill>
              <a:effectLst/>
              <a:uFillTx/>
              <a:latin typeface="Arial"/>
            </a:endParaRPr>
          </a:p>
        </p:txBody>
      </p:sp>
      <p:sp>
        <p:nvSpPr>
          <p:cNvPr id="28"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alibri"/>
              </a:rPr>
              <a:t>Click to edit the outline text format</a:t>
            </a:r>
            <a:endParaRPr b="0" lang="en-IN" sz="28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en-US" sz="2000" strike="noStrike" u="none">
                <a:solidFill>
                  <a:schemeClr val="dk1"/>
                </a:solidFill>
                <a:effectLst/>
                <a:uFillTx/>
                <a:latin typeface="Calibri"/>
              </a:rPr>
              <a:t>Second Outline Level</a:t>
            </a:r>
            <a:endParaRPr b="0" lang="en-IN" sz="2000" strike="noStrike" u="none">
              <a:solidFill>
                <a:srgbClr val="000000"/>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en-US" sz="1800" strike="noStrike" u="none">
                <a:solidFill>
                  <a:schemeClr val="dk1"/>
                </a:solidFill>
                <a:effectLst/>
                <a:uFillTx/>
                <a:latin typeface="Calibri"/>
              </a:rPr>
              <a:t>Third Outline Level</a:t>
            </a:r>
            <a:endParaRPr b="0" lang="en-IN" sz="1800" strike="noStrike" u="none">
              <a:solidFill>
                <a:srgbClr val="000000"/>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en-US" sz="1800" strike="noStrike" u="none">
                <a:solidFill>
                  <a:schemeClr val="dk1"/>
                </a:solidFill>
                <a:effectLst/>
                <a:uFillTx/>
                <a:latin typeface="Calibri"/>
              </a:rPr>
              <a:t>Fourth Outline Level</a:t>
            </a:r>
            <a:endParaRPr b="0" lang="en-IN" sz="1800" strike="noStrike" u="none">
              <a:solidFill>
                <a:srgbClr val="000000"/>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IN" sz="2000" strike="noStrike" u="none">
              <a:solidFill>
                <a:srgbClr val="000000"/>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IN" sz="2000" strike="noStrike" u="none">
              <a:solidFill>
                <a:srgbClr val="000000"/>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IN" sz="20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jpeg"/><Relationship Id="rId3"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svg"/><Relationship Id="rId3"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svg"/><Relationship Id="rId3" Type="http://schemas.openxmlformats.org/officeDocument/2006/relationships/slideLayout" Target="../slideLayouts/slideLayout6.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svg"/><Relationship Id="rId3" Type="http://schemas.openxmlformats.org/officeDocument/2006/relationships/slideLayout" Target="../slideLayouts/slideLayout6.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svg"/><Relationship Id="rId3"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hyperlink" Target="https://typst.app/docs/" TargetMode="External"/><Relationship Id="rId2" Type="http://schemas.openxmlformats.org/officeDocument/2006/relationships/hyperlink" Target="https://www.latex-project.org/help/documentation/" TargetMode="External"/><Relationship Id="rId3" Type="http://schemas.openxmlformats.org/officeDocument/2006/relationships/hyperlink" Target="https://www.markdownguide.org/" TargetMode="External"/><Relationship Id="rId4" Type="http://schemas.openxmlformats.org/officeDocument/2006/relationships/hyperlink" Target="https://support.microsoft.com/en-us/word" TargetMode="External"/><Relationship Id="rId5" Type="http://schemas.openxmlformats.org/officeDocument/2006/relationships/hyperlink" Target="https://pandoc.org/MANUAL.html" TargetMode="External"/><Relationship Id="rId6"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Rectangle 2"/>
          <p:cNvSpPr/>
          <p:nvPr/>
        </p:nvSpPr>
        <p:spPr>
          <a:xfrm>
            <a:off x="10667880" y="150480"/>
            <a:ext cx="1380600" cy="68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pic>
        <p:nvPicPr>
          <p:cNvPr id="30" name="Picture 7" descr="A picture containing text, sign, outdoor&#10;&#10;Description automatically generated"/>
          <p:cNvPicPr/>
          <p:nvPr/>
        </p:nvPicPr>
        <p:blipFill>
          <a:blip r:embed="rId1"/>
          <a:stretch/>
        </p:blipFill>
        <p:spPr>
          <a:xfrm>
            <a:off x="304920" y="126000"/>
            <a:ext cx="875520" cy="1491120"/>
          </a:xfrm>
          <a:prstGeom prst="rect">
            <a:avLst/>
          </a:prstGeom>
          <a:noFill/>
          <a:ln w="0">
            <a:noFill/>
          </a:ln>
        </p:spPr>
      </p:pic>
      <p:pic>
        <p:nvPicPr>
          <p:cNvPr id="31" name="Picture 4" descr="A picture containing text, clipart&#10;&#10;Description automatically generated"/>
          <p:cNvPicPr/>
          <p:nvPr/>
        </p:nvPicPr>
        <p:blipFill>
          <a:blip r:embed="rId2"/>
          <a:stretch/>
        </p:blipFill>
        <p:spPr>
          <a:xfrm>
            <a:off x="7615800" y="143640"/>
            <a:ext cx="4432680" cy="1431000"/>
          </a:xfrm>
          <a:prstGeom prst="rect">
            <a:avLst/>
          </a:prstGeom>
          <a:noFill/>
          <a:ln w="0">
            <a:noFill/>
          </a:ln>
        </p:spPr>
      </p:pic>
      <p:sp>
        <p:nvSpPr>
          <p:cNvPr id="32" name="TextBox 1"/>
          <p:cNvSpPr/>
          <p:nvPr/>
        </p:nvSpPr>
        <p:spPr>
          <a:xfrm>
            <a:off x="4459320" y="1606680"/>
            <a:ext cx="6700680" cy="913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IN" sz="5400" strike="noStrike" u="none">
                <a:solidFill>
                  <a:schemeClr val="dk1"/>
                </a:solidFill>
                <a:effectLst/>
                <a:uFillTx/>
                <a:latin typeface="Times New Roman"/>
              </a:rPr>
              <a:t>Minor Project</a:t>
            </a:r>
            <a:endParaRPr b="0" lang="en-IN" sz="5400" strike="noStrike" u="none">
              <a:solidFill>
                <a:srgbClr val="000000"/>
              </a:solidFill>
              <a:effectLst/>
              <a:uFillTx/>
              <a:latin typeface="Arial"/>
            </a:endParaRPr>
          </a:p>
        </p:txBody>
      </p:sp>
      <p:sp>
        <p:nvSpPr>
          <p:cNvPr id="33" name="TextBox 3"/>
          <p:cNvSpPr/>
          <p:nvPr/>
        </p:nvSpPr>
        <p:spPr>
          <a:xfrm>
            <a:off x="922680" y="2785680"/>
            <a:ext cx="9947880" cy="15530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IN" sz="3200" strike="noStrike" u="none">
                <a:solidFill>
                  <a:schemeClr val="dk1"/>
                </a:solidFill>
                <a:effectLst/>
                <a:uFillTx/>
                <a:latin typeface="Times New Roman"/>
              </a:rPr>
              <a:t>Title: A Language independent tool for Document Creation</a:t>
            </a:r>
            <a:endParaRPr b="0" lang="en-IN" sz="3200" strike="noStrike" u="none">
              <a:solidFill>
                <a:srgbClr val="000000"/>
              </a:solidFill>
              <a:effectLst/>
              <a:uFillTx/>
              <a:latin typeface="Arial"/>
            </a:endParaRPr>
          </a:p>
          <a:p>
            <a:pPr defTabSz="914400">
              <a:lnSpc>
                <a:spcPct val="100000"/>
              </a:lnSpc>
            </a:pPr>
            <a:br>
              <a:rPr sz="3200"/>
            </a:br>
            <a:endParaRPr b="0" lang="en-IN" sz="3200" strike="noStrike" u="none">
              <a:solidFill>
                <a:srgbClr val="000000"/>
              </a:solidFill>
              <a:effectLst/>
              <a:uFillTx/>
              <a:latin typeface="Arial"/>
            </a:endParaRPr>
          </a:p>
        </p:txBody>
      </p:sp>
      <p:sp>
        <p:nvSpPr>
          <p:cNvPr id="34" name="TextBox 9"/>
          <p:cNvSpPr/>
          <p:nvPr/>
        </p:nvSpPr>
        <p:spPr>
          <a:xfrm>
            <a:off x="304920" y="5145480"/>
            <a:ext cx="6096960" cy="1461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1800" strike="noStrike" u="none">
                <a:solidFill>
                  <a:srgbClr val="000000"/>
                </a:solidFill>
                <a:effectLst/>
                <a:uFillTx/>
                <a:latin typeface="Times New Roman"/>
              </a:rPr>
              <a:t>Presented by:</a:t>
            </a:r>
            <a:endParaRPr b="0" lang="en-IN" sz="1800" strike="noStrike" u="none">
              <a:solidFill>
                <a:srgbClr val="000000"/>
              </a:solidFill>
              <a:effectLst/>
              <a:uFillTx/>
              <a:latin typeface="Arial"/>
            </a:endParaRPr>
          </a:p>
          <a:p>
            <a:pPr defTabSz="914400">
              <a:lnSpc>
                <a:spcPct val="100000"/>
              </a:lnSpc>
            </a:pPr>
            <a:r>
              <a:rPr b="1" lang="en-IN" sz="1800" strike="noStrike" u="none">
                <a:solidFill>
                  <a:srgbClr val="000000"/>
                </a:solidFill>
                <a:effectLst/>
                <a:uFillTx/>
                <a:latin typeface="Times New Roman"/>
              </a:rPr>
              <a:t>Kshitij Chandrakar (500124827) </a:t>
            </a:r>
            <a:endParaRPr b="0" lang="en-IN" sz="1800" strike="noStrike" u="none">
              <a:solidFill>
                <a:srgbClr val="000000"/>
              </a:solidFill>
              <a:effectLst/>
              <a:uFillTx/>
              <a:latin typeface="Arial"/>
            </a:endParaRPr>
          </a:p>
          <a:p>
            <a:pPr defTabSz="914400">
              <a:lnSpc>
                <a:spcPct val="100000"/>
              </a:lnSpc>
            </a:pPr>
            <a:r>
              <a:rPr b="1" lang="en-IN" sz="1800" strike="noStrike" u="none">
                <a:solidFill>
                  <a:srgbClr val="000000"/>
                </a:solidFill>
                <a:effectLst/>
                <a:uFillTx/>
                <a:latin typeface="Times New Roman"/>
              </a:rPr>
              <a:t>Nitin Kumai (500124609)</a:t>
            </a:r>
            <a:endParaRPr b="0" lang="en-IN" sz="1800" strike="noStrike" u="none">
              <a:solidFill>
                <a:srgbClr val="000000"/>
              </a:solidFill>
              <a:effectLst/>
              <a:uFillTx/>
              <a:latin typeface="Arial"/>
            </a:endParaRPr>
          </a:p>
          <a:p>
            <a:pPr defTabSz="914400">
              <a:lnSpc>
                <a:spcPct val="100000"/>
              </a:lnSpc>
            </a:pPr>
            <a:r>
              <a:rPr b="1" lang="en-IN" sz="1800" strike="noStrike" u="none">
                <a:solidFill>
                  <a:srgbClr val="000000"/>
                </a:solidFill>
                <a:effectLst/>
                <a:uFillTx/>
                <a:latin typeface="Times New Roman"/>
              </a:rPr>
              <a:t>Ansh Negi (500124417)</a:t>
            </a:r>
            <a:br>
              <a:rPr sz="1800"/>
            </a:br>
            <a:endParaRPr b="0" lang="en-IN" sz="1800" strike="noStrike" u="none">
              <a:solidFill>
                <a:srgbClr val="000000"/>
              </a:solidFill>
              <a:effectLst/>
              <a:uFillTx/>
              <a:latin typeface="Arial"/>
            </a:endParaRPr>
          </a:p>
        </p:txBody>
      </p:sp>
      <p:sp>
        <p:nvSpPr>
          <p:cNvPr id="35" name="TextBox 11"/>
          <p:cNvSpPr/>
          <p:nvPr/>
        </p:nvSpPr>
        <p:spPr>
          <a:xfrm>
            <a:off x="9188280" y="5100120"/>
            <a:ext cx="5721120" cy="912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1800" strike="noStrike" u="none">
                <a:solidFill>
                  <a:srgbClr val="000000"/>
                </a:solidFill>
                <a:effectLst/>
                <a:uFillTx/>
                <a:latin typeface="Times New Roman"/>
              </a:rPr>
              <a:t>Guided by:</a:t>
            </a:r>
            <a:endParaRPr b="0" lang="en-IN" sz="1800" strike="noStrike" u="none">
              <a:solidFill>
                <a:srgbClr val="000000"/>
              </a:solidFill>
              <a:effectLst/>
              <a:uFillTx/>
              <a:latin typeface="Arial"/>
            </a:endParaRPr>
          </a:p>
          <a:p>
            <a:pPr defTabSz="914400">
              <a:lnSpc>
                <a:spcPct val="100000"/>
              </a:lnSpc>
            </a:pPr>
            <a:r>
              <a:rPr b="1" lang="en-IN" sz="1800" strike="noStrike" u="none">
                <a:solidFill>
                  <a:srgbClr val="000000"/>
                </a:solidFill>
                <a:effectLst/>
                <a:uFillTx/>
                <a:latin typeface="Times New Roman"/>
              </a:rPr>
              <a:t>Dr. Deepika Sachdeva</a:t>
            </a:r>
            <a:br>
              <a:rPr sz="1800"/>
            </a:b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TextBox 1"/>
          <p:cNvSpPr/>
          <p:nvPr/>
        </p:nvSpPr>
        <p:spPr>
          <a:xfrm>
            <a:off x="325800" y="248760"/>
            <a:ext cx="7529760" cy="583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200" strike="noStrike" u="none">
                <a:solidFill>
                  <a:srgbClr val="46b0fa"/>
                </a:solidFill>
                <a:effectLst/>
                <a:uFillTx/>
                <a:latin typeface="Times New Roman"/>
              </a:rPr>
              <a:t>Content</a:t>
            </a:r>
            <a:endParaRPr b="0" lang="en-IN" sz="3200" strike="noStrike" u="none">
              <a:solidFill>
                <a:srgbClr val="000000"/>
              </a:solidFill>
              <a:effectLst/>
              <a:uFillTx/>
              <a:latin typeface="Arial"/>
            </a:endParaRPr>
          </a:p>
        </p:txBody>
      </p:sp>
      <p:sp>
        <p:nvSpPr>
          <p:cNvPr id="37" name="TextBox 2"/>
          <p:cNvSpPr/>
          <p:nvPr/>
        </p:nvSpPr>
        <p:spPr>
          <a:xfrm>
            <a:off x="534960" y="899640"/>
            <a:ext cx="4649760" cy="383544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50000"/>
              </a:lnSpc>
              <a:buClr>
                <a:srgbClr val="000000"/>
              </a:buClr>
              <a:buFont typeface="Calibri Light"/>
              <a:buAutoNum type="arabicPeriod"/>
            </a:pPr>
            <a:r>
              <a:rPr b="0" lang="en-US" sz="1600" strike="noStrike" u="none">
                <a:solidFill>
                  <a:schemeClr val="dk1"/>
                </a:solidFill>
                <a:effectLst/>
                <a:uFillTx/>
                <a:latin typeface="Times New Roman"/>
              </a:rPr>
              <a:t>Abstract</a:t>
            </a:r>
            <a:endParaRPr b="0" lang="en-IN" sz="1600" strike="noStrike" u="none">
              <a:solidFill>
                <a:srgbClr val="000000"/>
              </a:solidFill>
              <a:effectLst/>
              <a:uFillTx/>
              <a:latin typeface="Arial"/>
            </a:endParaRPr>
          </a:p>
          <a:p>
            <a:pPr marL="343080" indent="-343080" defTabSz="914400">
              <a:lnSpc>
                <a:spcPct val="150000"/>
              </a:lnSpc>
              <a:buClr>
                <a:srgbClr val="000000"/>
              </a:buClr>
              <a:buFont typeface="Calibri Light"/>
              <a:buAutoNum type="arabicPeriod"/>
            </a:pPr>
            <a:r>
              <a:rPr b="0" lang="en-US" sz="1600" strike="noStrike" u="none">
                <a:solidFill>
                  <a:schemeClr val="dk1"/>
                </a:solidFill>
                <a:effectLst/>
                <a:uFillTx/>
                <a:latin typeface="Times New Roman"/>
              </a:rPr>
              <a:t>Introduction</a:t>
            </a:r>
            <a:endParaRPr b="0" lang="en-IN" sz="1600" strike="noStrike" u="none">
              <a:solidFill>
                <a:srgbClr val="000000"/>
              </a:solidFill>
              <a:effectLst/>
              <a:uFillTx/>
              <a:latin typeface="Arial"/>
            </a:endParaRPr>
          </a:p>
          <a:p>
            <a:pPr marL="343080" indent="-343080" defTabSz="914400">
              <a:lnSpc>
                <a:spcPct val="150000"/>
              </a:lnSpc>
              <a:buClr>
                <a:srgbClr val="000000"/>
              </a:buClr>
              <a:buFont typeface="Calibri Light"/>
              <a:buAutoNum type="arabicPeriod"/>
            </a:pPr>
            <a:r>
              <a:rPr b="0" lang="en-US" sz="1600" strike="noStrike" u="none">
                <a:solidFill>
                  <a:schemeClr val="dk1"/>
                </a:solidFill>
                <a:effectLst/>
                <a:uFillTx/>
                <a:latin typeface="Times New Roman"/>
              </a:rPr>
              <a:t>Literature Review </a:t>
            </a:r>
            <a:endParaRPr b="0" lang="en-IN" sz="1600" strike="noStrike" u="none">
              <a:solidFill>
                <a:srgbClr val="000000"/>
              </a:solidFill>
              <a:effectLst/>
              <a:uFillTx/>
              <a:latin typeface="Arial"/>
            </a:endParaRPr>
          </a:p>
          <a:p>
            <a:pPr marL="343080" indent="-343080" defTabSz="914400">
              <a:lnSpc>
                <a:spcPct val="150000"/>
              </a:lnSpc>
              <a:buClr>
                <a:srgbClr val="000000"/>
              </a:buClr>
              <a:buFont typeface="Calibri Light"/>
              <a:buAutoNum type="arabicPeriod"/>
            </a:pPr>
            <a:r>
              <a:rPr b="0" lang="en-US" sz="1600" strike="noStrike" u="none">
                <a:solidFill>
                  <a:schemeClr val="dk1"/>
                </a:solidFill>
                <a:effectLst/>
                <a:uFillTx/>
                <a:latin typeface="Times New Roman"/>
              </a:rPr>
              <a:t>Problem Statement and Objective</a:t>
            </a:r>
            <a:endParaRPr b="0" lang="en-IN" sz="1600" strike="noStrike" u="none">
              <a:solidFill>
                <a:srgbClr val="000000"/>
              </a:solidFill>
              <a:effectLst/>
              <a:uFillTx/>
              <a:latin typeface="Arial"/>
            </a:endParaRPr>
          </a:p>
          <a:p>
            <a:pPr marL="343080" indent="-343080" defTabSz="914400">
              <a:lnSpc>
                <a:spcPct val="150000"/>
              </a:lnSpc>
              <a:buClr>
                <a:srgbClr val="000000"/>
              </a:buClr>
              <a:buFont typeface="Calibri Light"/>
              <a:buAutoNum type="arabicPeriod"/>
            </a:pPr>
            <a:r>
              <a:rPr b="0" lang="en-US" sz="1600" strike="noStrike" u="none">
                <a:solidFill>
                  <a:schemeClr val="dk1"/>
                </a:solidFill>
                <a:effectLst/>
                <a:uFillTx/>
                <a:latin typeface="Times New Roman"/>
              </a:rPr>
              <a:t>Methodology</a:t>
            </a:r>
            <a:endParaRPr b="0" lang="en-IN" sz="1600" strike="noStrike" u="none">
              <a:solidFill>
                <a:srgbClr val="000000"/>
              </a:solidFill>
              <a:effectLst/>
              <a:uFillTx/>
              <a:latin typeface="Arial"/>
            </a:endParaRPr>
          </a:p>
          <a:p>
            <a:pPr marL="343080" indent="-343080" defTabSz="914400">
              <a:lnSpc>
                <a:spcPct val="150000"/>
              </a:lnSpc>
              <a:buClr>
                <a:srgbClr val="000000"/>
              </a:buClr>
              <a:buFont typeface="Calibri Light"/>
              <a:buAutoNum type="arabicPeriod"/>
            </a:pPr>
            <a:r>
              <a:rPr b="0" lang="en-US" sz="1600" strike="noStrike" u="none">
                <a:solidFill>
                  <a:schemeClr val="dk1"/>
                </a:solidFill>
                <a:effectLst/>
                <a:uFillTx/>
                <a:latin typeface="Times New Roman"/>
              </a:rPr>
              <a:t>SWOT Analysis</a:t>
            </a:r>
            <a:endParaRPr b="0" lang="en-IN" sz="1600" strike="noStrike" u="none">
              <a:solidFill>
                <a:srgbClr val="000000"/>
              </a:solidFill>
              <a:effectLst/>
              <a:uFillTx/>
              <a:latin typeface="Arial"/>
            </a:endParaRPr>
          </a:p>
          <a:p>
            <a:pPr marL="343080" indent="-343080" defTabSz="914400">
              <a:lnSpc>
                <a:spcPct val="150000"/>
              </a:lnSpc>
              <a:buClr>
                <a:srgbClr val="000000"/>
              </a:buClr>
              <a:buFont typeface="Calibri Light"/>
              <a:buAutoNum type="arabicPeriod"/>
            </a:pPr>
            <a:r>
              <a:rPr b="0" lang="en-US" sz="1600" strike="noStrike" u="none">
                <a:solidFill>
                  <a:schemeClr val="dk1"/>
                </a:solidFill>
                <a:effectLst/>
                <a:uFillTx/>
                <a:latin typeface="Times New Roman"/>
              </a:rPr>
              <a:t>Pert Chart</a:t>
            </a:r>
            <a:endParaRPr b="0" lang="en-IN" sz="1600" strike="noStrike" u="none">
              <a:solidFill>
                <a:srgbClr val="000000"/>
              </a:solidFill>
              <a:effectLst/>
              <a:uFillTx/>
              <a:latin typeface="Arial"/>
            </a:endParaRPr>
          </a:p>
          <a:p>
            <a:pPr marL="343080" indent="-343080" defTabSz="914400">
              <a:lnSpc>
                <a:spcPct val="150000"/>
              </a:lnSpc>
              <a:buClr>
                <a:srgbClr val="000000"/>
              </a:buClr>
              <a:buFont typeface="Calibri Light"/>
              <a:buAutoNum type="arabicPeriod"/>
            </a:pPr>
            <a:r>
              <a:rPr b="0" lang="en-US" sz="1600" strike="noStrike" u="none">
                <a:solidFill>
                  <a:schemeClr val="dk1"/>
                </a:solidFill>
                <a:effectLst/>
                <a:uFillTx/>
                <a:latin typeface="Times New Roman"/>
              </a:rPr>
              <a:t>Conclusion</a:t>
            </a:r>
            <a:endParaRPr b="0" lang="en-IN" sz="1600" strike="noStrike" u="none">
              <a:solidFill>
                <a:srgbClr val="000000"/>
              </a:solidFill>
              <a:effectLst/>
              <a:uFillTx/>
              <a:latin typeface="Arial"/>
            </a:endParaRPr>
          </a:p>
          <a:p>
            <a:pPr defTabSz="914400">
              <a:lnSpc>
                <a:spcPct val="150000"/>
              </a:lnSpc>
            </a:pPr>
            <a:r>
              <a:rPr b="0" lang="en-US" sz="1600" strike="noStrike" u="none">
                <a:solidFill>
                  <a:schemeClr val="dk1"/>
                </a:solidFill>
                <a:effectLst/>
                <a:uFillTx/>
                <a:latin typeface="Times New Roman"/>
              </a:rPr>
              <a:t>10.  References</a:t>
            </a:r>
            <a:endParaRPr b="0" lang="en-IN" sz="1600" strike="noStrike" u="none">
              <a:solidFill>
                <a:srgbClr val="000000"/>
              </a:solidFill>
              <a:effectLst/>
              <a:uFillTx/>
              <a:latin typeface="Arial"/>
            </a:endParaRPr>
          </a:p>
          <a:p>
            <a:pPr defTabSz="914400">
              <a:lnSpc>
                <a:spcPct val="100000"/>
              </a:lnSpc>
            </a:pPr>
            <a:endParaRPr b="0" lang="en-IN" sz="1600" strike="noStrike" u="none">
              <a:solidFill>
                <a:srgbClr val="000000"/>
              </a:solidFill>
              <a:effectLst/>
              <a:uFillTx/>
              <a:latin typeface="Arial"/>
            </a:endParaRPr>
          </a:p>
          <a:p>
            <a:pPr defTabSz="914400">
              <a:lnSpc>
                <a:spcPct val="100000"/>
              </a:lnSpc>
            </a:pP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240"/>
            <a:ext cx="10972080" cy="1145160"/>
          </a:xfrm>
          <a:prstGeom prst="rect">
            <a:avLst/>
          </a:prstGeom>
          <a:noFill/>
          <a:ln w="0">
            <a:noFill/>
          </a:ln>
        </p:spPr>
        <p:txBody>
          <a:bodyPr lIns="0" rIns="0" tIns="0" bIns="0" anchor="ctr" anchorCtr="1">
            <a:spAutoFit/>
          </a:bodyPr>
          <a:p>
            <a:pPr indent="0" algn="ctr">
              <a:lnSpc>
                <a:spcPct val="100000"/>
              </a:lnSpc>
              <a:buNone/>
              <a:tabLst>
                <a:tab algn="l" pos="0"/>
              </a:tabLst>
            </a:pPr>
            <a:r>
              <a:rPr b="0" lang="en-US" sz="4000" strike="noStrike" u="none">
                <a:solidFill>
                  <a:schemeClr val="dk1"/>
                </a:solidFill>
                <a:effectLst/>
                <a:uFillTx/>
                <a:latin typeface="Calibri"/>
              </a:rPr>
              <a:t>Abstract</a:t>
            </a:r>
            <a:endParaRPr b="0" lang="en-IN" sz="4000" strike="noStrike" u="none">
              <a:solidFill>
                <a:srgbClr val="000000"/>
              </a:solidFill>
              <a:effectLst/>
              <a:uFillTx/>
              <a:latin typeface="Arial"/>
            </a:endParaRPr>
          </a:p>
        </p:txBody>
      </p:sp>
      <p:sp>
        <p:nvSpPr>
          <p:cNvPr id="39" name="PlaceHolder 2"/>
          <p:cNvSpPr>
            <a:spLocks noGrp="1"/>
          </p:cNvSpPr>
          <p:nvPr>
            <p:ph type="subTitle"/>
          </p:nvPr>
        </p:nvSpPr>
        <p:spPr>
          <a:xfrm>
            <a:off x="609480" y="1604160"/>
            <a:ext cx="10972080" cy="3977640"/>
          </a:xfrm>
          <a:prstGeom prst="rect">
            <a:avLst/>
          </a:prstGeom>
          <a:noFill/>
          <a:ln w="0">
            <a:noFill/>
          </a:ln>
        </p:spPr>
        <p:txBody>
          <a:bodyPr lIns="0" rIns="0" tIns="0" bIns="0" anchor="ctr">
            <a:spAutoFit/>
          </a:bodyPr>
          <a:p>
            <a:pPr indent="0" algn="ctr">
              <a:lnSpc>
                <a:spcPct val="100000"/>
              </a:lnSpc>
              <a:spcBef>
                <a:spcPts val="1191"/>
              </a:spcBef>
              <a:spcAft>
                <a:spcPts val="992"/>
              </a:spcAft>
              <a:buNone/>
              <a:tabLst>
                <a:tab algn="l" pos="0"/>
              </a:tabLst>
            </a:pPr>
            <a:r>
              <a:rPr b="0" lang="en-IN" sz="2400" strike="noStrike" u="none">
                <a:solidFill>
                  <a:srgbClr val="000000"/>
                </a:solidFill>
                <a:effectLst/>
                <a:uFillTx/>
                <a:latin typeface="Arial"/>
              </a:rPr>
              <a:t>Current document creation systems all come with their own problems and restrictions. Our tool proposes a Language Independent Method to creating documents and thus overcoming the Individual Drawbacks of every Document Creation Method.</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240"/>
            <a:ext cx="10972080" cy="1145160"/>
          </a:xfrm>
          <a:prstGeom prst="rect">
            <a:avLst/>
          </a:prstGeom>
          <a:noFill/>
          <a:ln w="0">
            <a:noFill/>
          </a:ln>
        </p:spPr>
        <p:txBody>
          <a:bodyPr lIns="0" rIns="0" tIns="0" bIns="0" anchor="ctr" anchorCtr="1">
            <a:spAutoFit/>
          </a:bodyPr>
          <a:p>
            <a:pPr indent="0" algn="ctr">
              <a:lnSpc>
                <a:spcPct val="100000"/>
              </a:lnSpc>
              <a:buNone/>
              <a:tabLst>
                <a:tab algn="l" pos="0"/>
              </a:tabLst>
            </a:pPr>
            <a:r>
              <a:rPr b="0" lang="en-US" sz="4000" strike="noStrike" u="none">
                <a:solidFill>
                  <a:schemeClr val="dk1"/>
                </a:solidFill>
                <a:effectLst/>
                <a:uFillTx/>
                <a:latin typeface="Calibri"/>
              </a:rPr>
              <a:t>Introduction</a:t>
            </a:r>
            <a:endParaRPr b="0" lang="en-IN" sz="4000" strike="noStrike" u="none">
              <a:solidFill>
                <a:srgbClr val="000000"/>
              </a:solidFill>
              <a:effectLst/>
              <a:uFillTx/>
              <a:latin typeface="Arial"/>
            </a:endParaRPr>
          </a:p>
        </p:txBody>
      </p:sp>
      <p:sp>
        <p:nvSpPr>
          <p:cNvPr id="41" name="PlaceHolder 2"/>
          <p:cNvSpPr>
            <a:spLocks noGrp="1"/>
          </p:cNvSpPr>
          <p:nvPr>
            <p:ph type="subTitle"/>
          </p:nvPr>
        </p:nvSpPr>
        <p:spPr>
          <a:xfrm>
            <a:off x="609480" y="1604160"/>
            <a:ext cx="10972080" cy="3977640"/>
          </a:xfrm>
          <a:prstGeom prst="rect">
            <a:avLst/>
          </a:prstGeom>
          <a:noFill/>
          <a:ln w="0">
            <a:noFill/>
          </a:ln>
        </p:spPr>
        <p:txBody>
          <a:bodyPr lIns="0" rIns="0" tIns="0" bIns="0" anchor="ctr">
            <a:spAutoFit/>
          </a:bodyPr>
          <a:p>
            <a:pPr indent="0" algn="ctr">
              <a:lnSpc>
                <a:spcPct val="100000"/>
              </a:lnSpc>
              <a:spcBef>
                <a:spcPts val="1191"/>
              </a:spcBef>
              <a:spcAft>
                <a:spcPts val="992"/>
              </a:spcAft>
              <a:buNone/>
              <a:tabLst>
                <a:tab algn="l" pos="0"/>
              </a:tabLst>
            </a:pPr>
            <a:r>
              <a:rPr b="0" lang="en-IN" sz="2400" strike="noStrike" u="none">
                <a:solidFill>
                  <a:srgbClr val="000000"/>
                </a:solidFill>
                <a:effectLst/>
                <a:uFillTx/>
                <a:latin typeface="Arial"/>
              </a:rPr>
              <a:t>Traditional document creation methods are often hindered by their inherent limitations. Our proposed solution addresses these challenges by integrating support for all languages within a unified, language-agnostic editing environment. By synchronizing changes across various file formats and maintaining a master document structure, our tool ensures consistent output while mitigating the individual drawbacks associated with any single language or file type.</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240"/>
            <a:ext cx="10972080" cy="1145160"/>
          </a:xfrm>
          <a:prstGeom prst="rect">
            <a:avLst/>
          </a:prstGeom>
          <a:noFill/>
          <a:ln w="0">
            <a:noFill/>
          </a:ln>
        </p:spPr>
        <p:txBody>
          <a:bodyPr lIns="0" rIns="0" tIns="0" bIns="0" anchor="ctr" anchorCtr="1">
            <a:spAutoFit/>
          </a:bodyPr>
          <a:p>
            <a:pPr indent="0" algn="ctr">
              <a:lnSpc>
                <a:spcPct val="100000"/>
              </a:lnSpc>
              <a:buNone/>
              <a:tabLst>
                <a:tab algn="l" pos="0"/>
              </a:tabLst>
            </a:pPr>
            <a:r>
              <a:rPr b="0" lang="en-US" sz="4000" strike="noStrike" u="none">
                <a:solidFill>
                  <a:schemeClr val="dk1"/>
                </a:solidFill>
                <a:effectLst/>
                <a:uFillTx/>
                <a:latin typeface="Calibri"/>
              </a:rPr>
              <a:t>Literature Review</a:t>
            </a:r>
            <a:endParaRPr b="0" lang="en-IN" sz="4000" strike="noStrike" u="none">
              <a:solidFill>
                <a:srgbClr val="000000"/>
              </a:solidFill>
              <a:effectLst/>
              <a:uFillTx/>
              <a:latin typeface="Arial"/>
            </a:endParaRPr>
          </a:p>
        </p:txBody>
      </p:sp>
      <p:graphicFrame>
        <p:nvGraphicFramePr>
          <p:cNvPr id="43" name=""/>
          <p:cNvGraphicFramePr/>
          <p:nvPr/>
        </p:nvGraphicFramePr>
        <p:xfrm>
          <a:off x="360000" y="1440000"/>
          <a:ext cx="11519280" cy="5057640"/>
        </p:xfrm>
        <a:graphic>
          <a:graphicData uri="http://schemas.openxmlformats.org/drawingml/2006/table">
            <a:tbl>
              <a:tblPr/>
              <a:tblGrid>
                <a:gridCol w="3838680"/>
                <a:gridCol w="3838680"/>
                <a:gridCol w="3842280"/>
              </a:tblGrid>
              <a:tr h="903600">
                <a:tc>
                  <a:txBody>
                    <a:bodyPr lIns="36000" rIns="36000" anchor="t">
                      <a:noAutofit/>
                    </a:bodyPr>
                    <a:p>
                      <a:pPr>
                        <a:lnSpc>
                          <a:spcPct val="100000"/>
                        </a:lnSpc>
                      </a:pPr>
                      <a:r>
                        <a:rPr b="0" lang="en-IN" sz="1800" strike="noStrike" u="none">
                          <a:solidFill>
                            <a:srgbClr val="000000"/>
                          </a:solidFill>
                          <a:effectLst/>
                          <a:uFillTx/>
                          <a:latin typeface="Arial"/>
                        </a:rPr>
                        <a:t>Technology</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IN" sz="1800" strike="noStrike" u="none">
                          <a:solidFill>
                            <a:srgbClr val="000000"/>
                          </a:solidFill>
                          <a:effectLst/>
                          <a:uFillTx/>
                          <a:latin typeface="Arial"/>
                        </a:rPr>
                        <a:t>Pros </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IN" sz="1800" strike="noStrike" u="none">
                          <a:solidFill>
                            <a:srgbClr val="000000"/>
                          </a:solidFill>
                          <a:effectLst/>
                          <a:uFillTx/>
                          <a:latin typeface="Arial"/>
                        </a:rPr>
                        <a:t>Cons</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903600">
                <a:tc>
                  <a:txBody>
                    <a:bodyPr lIns="36000" rIns="36000" anchor="t">
                      <a:noAutofit/>
                    </a:bodyPr>
                    <a:p>
                      <a:pPr>
                        <a:lnSpc>
                          <a:spcPct val="100000"/>
                        </a:lnSpc>
                      </a:pPr>
                      <a:r>
                        <a:rPr b="0" lang="en-IN" sz="1800" strike="noStrike" u="none">
                          <a:solidFill>
                            <a:srgbClr val="000000"/>
                          </a:solidFill>
                          <a:effectLst/>
                          <a:uFillTx/>
                          <a:latin typeface="Arial"/>
                        </a:rPr>
                        <a:t>LaTeX</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IN" sz="1800" strike="noStrike" u="none">
                          <a:solidFill>
                            <a:srgbClr val="000000"/>
                          </a:solidFill>
                          <a:effectLst/>
                          <a:uFillTx/>
                          <a:latin typeface="Arial"/>
                        </a:rPr>
                        <a:t>Extremely feature-complete for math and advanced formatting</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IN" sz="1800" strike="noStrike" u="none">
                          <a:solidFill>
                            <a:srgbClr val="000000"/>
                          </a:solidFill>
                          <a:effectLst/>
                          <a:uFillTx/>
                          <a:latin typeface="Arial"/>
                        </a:rPr>
                        <a:t>Slow to compile; Steep learning curve, Extremely large package sizes.</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146600">
                <a:tc>
                  <a:txBody>
                    <a:bodyPr lIns="36000" rIns="36000" anchor="t">
                      <a:noAutofit/>
                    </a:bodyPr>
                    <a:p>
                      <a:pPr>
                        <a:lnSpc>
                          <a:spcPct val="100000"/>
                        </a:lnSpc>
                      </a:pPr>
                      <a:r>
                        <a:rPr b="0" lang="en-IN" sz="1800" strike="noStrike" u="none">
                          <a:solidFill>
                            <a:srgbClr val="000000"/>
                          </a:solidFill>
                          <a:effectLst/>
                          <a:uFillTx/>
                          <a:latin typeface="Arial"/>
                        </a:rPr>
                        <a:t>Typst</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IN" sz="1800" strike="noStrike" u="none">
                          <a:solidFill>
                            <a:srgbClr val="000000"/>
                          </a:solidFill>
                          <a:effectLst/>
                          <a:uFillTx/>
                          <a:latin typeface="Arial"/>
                        </a:rPr>
                        <a:t>Incredibly quick to compile, Enables Scripting. </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IN" sz="1800" strike="noStrike" u="none">
                          <a:solidFill>
                            <a:srgbClr val="000000"/>
                          </a:solidFill>
                          <a:effectLst/>
                          <a:uFillTx/>
                          <a:latin typeface="Arial"/>
                        </a:rPr>
                        <a:t>Math insertion is less feature-complete than LaTeX, Relatively Less Mature than LaTeX.</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903600">
                <a:tc>
                  <a:txBody>
                    <a:bodyPr lIns="36000" rIns="36000" anchor="t">
                      <a:noAutofit/>
                    </a:bodyPr>
                    <a:p>
                      <a:pPr>
                        <a:lnSpc>
                          <a:spcPct val="100000"/>
                        </a:lnSpc>
                      </a:pPr>
                      <a:r>
                        <a:rPr b="0" lang="en-IN" sz="1800" strike="noStrike" u="none">
                          <a:solidFill>
                            <a:srgbClr val="000000"/>
                          </a:solidFill>
                          <a:effectLst/>
                          <a:uFillTx/>
                          <a:latin typeface="Arial"/>
                        </a:rPr>
                        <a:t>Markdown</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IN" sz="1800" strike="noStrike" u="none">
                          <a:solidFill>
                            <a:srgbClr val="000000"/>
                          </a:solidFill>
                          <a:effectLst/>
                          <a:uFillTx/>
                          <a:latin typeface="Arial"/>
                        </a:rPr>
                        <a:t>Simple, lightweight, easy to learn</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IN" sz="1800" strike="noStrike" u="none">
                          <a:solidFill>
                            <a:srgbClr val="000000"/>
                          </a:solidFill>
                          <a:effectLst/>
                          <a:uFillTx/>
                          <a:latin typeface="Arial"/>
                        </a:rPr>
                        <a:t>Does not natively support creating multiple pages or advanced layouts</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98000">
                <a:tc>
                  <a:txBody>
                    <a:bodyPr lIns="36000" rIns="36000" anchor="t">
                      <a:noAutofit/>
                    </a:bodyPr>
                    <a:p>
                      <a:pPr>
                        <a:lnSpc>
                          <a:spcPct val="100000"/>
                        </a:lnSpc>
                      </a:pPr>
                      <a:r>
                        <a:rPr b="0" lang="en-IN" sz="1800" strike="noStrike" u="none">
                          <a:solidFill>
                            <a:srgbClr val="000000"/>
                          </a:solidFill>
                          <a:effectLst/>
                          <a:uFillTx/>
                          <a:latin typeface="Arial"/>
                        </a:rPr>
                        <a:t>Microsoft Word</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IN" sz="1800" strike="noStrike" u="none">
                          <a:solidFill>
                            <a:srgbClr val="000000"/>
                          </a:solidFill>
                          <a:effectLst/>
                          <a:uFillTx/>
                          <a:latin typeface="Arial"/>
                        </a:rPr>
                        <a:t>User-friendly GUI, widely used, Easy to Learn</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IN" sz="1800" strike="noStrike" u="none">
                          <a:solidFill>
                            <a:srgbClr val="000000"/>
                          </a:solidFill>
                          <a:effectLst/>
                          <a:uFillTx/>
                          <a:latin typeface="Arial"/>
                        </a:rPr>
                        <a:t>Slow to run on low end computers. Breaks Easily for Long Documents. Has Messy Formatting. No Modularization. No Version Control.</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240"/>
            <a:ext cx="10972080" cy="1145160"/>
          </a:xfrm>
          <a:prstGeom prst="rect">
            <a:avLst/>
          </a:prstGeom>
          <a:noFill/>
          <a:ln w="0">
            <a:noFill/>
          </a:ln>
        </p:spPr>
        <p:txBody>
          <a:bodyPr lIns="0" rIns="0" tIns="0" bIns="0" anchor="ctr" anchorCtr="1">
            <a:spAutoFit/>
          </a:bodyPr>
          <a:p>
            <a:pPr marL="343080" indent="0" algn="ctr" defTabSz="914400">
              <a:lnSpc>
                <a:spcPct val="150000"/>
              </a:lnSpc>
              <a:buNone/>
              <a:tabLst>
                <a:tab algn="l" pos="0"/>
              </a:tabLst>
            </a:pPr>
            <a:r>
              <a:rPr b="0" lang="en-US" sz="4000" strike="noStrike" u="none">
                <a:solidFill>
                  <a:schemeClr val="dk1"/>
                </a:solidFill>
                <a:effectLst/>
                <a:uFillTx/>
                <a:latin typeface="Times New Roman"/>
              </a:rPr>
              <a:t>Problem </a:t>
            </a:r>
            <a:r>
              <a:rPr b="0" lang="en-US" sz="4000" strike="noStrike" u="none">
                <a:solidFill>
                  <a:schemeClr val="dk1"/>
                </a:solidFill>
                <a:effectLst/>
                <a:uFillTx/>
                <a:latin typeface="Times New Roman"/>
              </a:rPr>
              <a:t>Statement and </a:t>
            </a:r>
            <a:r>
              <a:rPr b="0" lang="en-US" sz="4000" strike="noStrike" u="none">
                <a:solidFill>
                  <a:schemeClr val="dk1"/>
                </a:solidFill>
                <a:effectLst/>
                <a:uFillTx/>
                <a:latin typeface="Times New Roman"/>
              </a:rPr>
              <a:t>Objective</a:t>
            </a:r>
            <a:endParaRPr b="0" lang="en-IN" sz="4000" strike="noStrike" u="none">
              <a:solidFill>
                <a:srgbClr val="000000"/>
              </a:solidFill>
              <a:effectLst/>
              <a:uFillTx/>
              <a:latin typeface="Arial"/>
            </a:endParaRPr>
          </a:p>
        </p:txBody>
      </p:sp>
      <p:sp>
        <p:nvSpPr>
          <p:cNvPr id="45" name="PlaceHolder 2"/>
          <p:cNvSpPr>
            <a:spLocks noGrp="1"/>
          </p:cNvSpPr>
          <p:nvPr>
            <p:ph/>
          </p:nvPr>
        </p:nvSpPr>
        <p:spPr>
          <a:xfrm>
            <a:off x="609480" y="1604520"/>
            <a:ext cx="10972080" cy="3976920"/>
          </a:xfrm>
          <a:prstGeom prst="rect">
            <a:avLst/>
          </a:prstGeom>
          <a:noFill/>
          <a:ln w="0">
            <a:noFill/>
          </a:ln>
        </p:spPr>
        <p:txBody>
          <a:bodyPr lIns="0" rIns="0" tIns="0" bIns="0" anchor="t">
            <a:normAutofit lnSpcReduction="9999"/>
          </a:bodyPr>
          <a:p>
            <a:pPr marL="432000" indent="-324000">
              <a:lnSpc>
                <a:spcPct val="90000"/>
              </a:lnSpc>
              <a:spcBef>
                <a:spcPts val="1191"/>
              </a:spcBef>
              <a:spcAft>
                <a:spcPts val="992"/>
              </a:spcAft>
              <a:buClr>
                <a:srgbClr val="000000"/>
              </a:buClr>
              <a:buSzPct val="45000"/>
              <a:buFont typeface="Wingdings" charset="2"/>
              <a:buChar char=""/>
            </a:pPr>
            <a:r>
              <a:rPr b="1" lang="en-US" sz="2400" strike="noStrike" u="none">
                <a:solidFill>
                  <a:schemeClr val="dk1"/>
                </a:solidFill>
                <a:effectLst/>
                <a:uFillTx/>
                <a:latin typeface="Calibri"/>
              </a:rPr>
              <a:t>Develop a Language-Agnostic Platform:</a:t>
            </a:r>
            <a:r>
              <a:rPr b="0" lang="en-US" sz="2400" strike="noStrike" u="none">
                <a:solidFill>
                  <a:schemeClr val="dk1"/>
                </a:solidFill>
                <a:effectLst/>
                <a:uFillTx/>
                <a:latin typeface="Calibri"/>
              </a:rPr>
              <a:t> To create a unified document creation system where the editing process is independent of any single markup or typesetting language.</a:t>
            </a:r>
            <a:endParaRPr b="0" lang="en-IN" sz="2400" strike="noStrike" u="none">
              <a:solidFill>
                <a:srgbClr val="000000"/>
              </a:solidFill>
              <a:effectLst/>
              <a:uFillTx/>
              <a:latin typeface="Arial"/>
            </a:endParaRPr>
          </a:p>
          <a:p>
            <a:pPr marL="432000" indent="-324000">
              <a:lnSpc>
                <a:spcPct val="90000"/>
              </a:lnSpc>
              <a:spcBef>
                <a:spcPts val="1191"/>
              </a:spcBef>
              <a:spcAft>
                <a:spcPts val="992"/>
              </a:spcAft>
              <a:buClr>
                <a:srgbClr val="000000"/>
              </a:buClr>
              <a:buSzPct val="45000"/>
              <a:buFont typeface="Wingdings" charset="2"/>
              <a:buChar char=""/>
            </a:pPr>
            <a:r>
              <a:rPr b="1" lang="en-US" sz="2400" strike="noStrike" u="none">
                <a:solidFill>
                  <a:schemeClr val="dk1"/>
                </a:solidFill>
                <a:effectLst/>
                <a:uFillTx/>
                <a:latin typeface="Calibri"/>
              </a:rPr>
              <a:t>Combine Strengths, Reduce Weaknesses:</a:t>
            </a:r>
            <a:r>
              <a:rPr b="0" lang="en-US" sz="2400" strike="noStrike" u="none">
                <a:solidFill>
                  <a:schemeClr val="dk1"/>
                </a:solidFill>
                <a:effectLst/>
                <a:uFillTx/>
                <a:latin typeface="Calibri"/>
              </a:rPr>
              <a:t> To combine the best features of all existing methods (e.g., LaTeX's precision, Markdown's simplicity, Typst’s Quick Compilation), and eliminating the individual drawbacks of each.</a:t>
            </a:r>
            <a:endParaRPr b="0" lang="en-IN" sz="2400" strike="noStrike" u="none">
              <a:solidFill>
                <a:srgbClr val="000000"/>
              </a:solidFill>
              <a:effectLst/>
              <a:uFillTx/>
              <a:latin typeface="Arial"/>
            </a:endParaRPr>
          </a:p>
          <a:p>
            <a:pPr marL="432000" indent="-324000">
              <a:lnSpc>
                <a:spcPct val="90000"/>
              </a:lnSpc>
              <a:spcBef>
                <a:spcPts val="1191"/>
              </a:spcBef>
              <a:spcAft>
                <a:spcPts val="992"/>
              </a:spcAft>
              <a:buClr>
                <a:srgbClr val="000000"/>
              </a:buClr>
              <a:buSzPct val="45000"/>
              <a:buFont typeface="Wingdings" charset="2"/>
              <a:buChar char=""/>
            </a:pPr>
            <a:r>
              <a:rPr b="1" lang="en-US" sz="2400" strike="noStrike" u="none">
                <a:solidFill>
                  <a:schemeClr val="dk1"/>
                </a:solidFill>
                <a:effectLst/>
                <a:uFillTx/>
                <a:latin typeface="Calibri"/>
              </a:rPr>
              <a:t>Enable Synchronization:</a:t>
            </a:r>
            <a:r>
              <a:rPr b="0" lang="en-US" sz="2400" strike="noStrike" u="none">
                <a:solidFill>
                  <a:schemeClr val="dk1"/>
                </a:solidFill>
                <a:effectLst/>
                <a:uFillTx/>
                <a:latin typeface="Calibri"/>
              </a:rPr>
              <a:t> To implement a robust synchronization engine that maintains consistency across different filetype representations of the same document, ensuring changes in one format are accurately reflected in all others.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240"/>
            <a:ext cx="10972080" cy="1145160"/>
          </a:xfrm>
          <a:prstGeom prst="rect">
            <a:avLst/>
          </a:prstGeom>
          <a:noFill/>
          <a:ln w="0">
            <a:noFill/>
          </a:ln>
        </p:spPr>
        <p:txBody>
          <a:bodyPr lIns="0" rIns="0" tIns="0" bIns="0" anchor="ctr" anchorCtr="1">
            <a:spAutoFit/>
          </a:bodyPr>
          <a:p>
            <a:pPr marL="343080" indent="0" algn="ctr" defTabSz="914400">
              <a:lnSpc>
                <a:spcPct val="150000"/>
              </a:lnSpc>
              <a:buNone/>
              <a:tabLst>
                <a:tab algn="l" pos="0"/>
              </a:tabLst>
            </a:pPr>
            <a:r>
              <a:rPr b="0" lang="en-US" sz="4000" strike="noStrike" u="none">
                <a:solidFill>
                  <a:schemeClr val="dk1"/>
                </a:solidFill>
                <a:effectLst/>
                <a:uFillTx/>
                <a:latin typeface="Times New Roman"/>
              </a:rPr>
              <a:t>Methodology</a:t>
            </a:r>
            <a:endParaRPr b="0" lang="en-IN" sz="4000" strike="noStrike" u="none">
              <a:solidFill>
                <a:srgbClr val="000000"/>
              </a:solidFill>
              <a:effectLst/>
              <a:uFillTx/>
              <a:latin typeface="Arial"/>
            </a:endParaRPr>
          </a:p>
        </p:txBody>
      </p:sp>
      <p:sp>
        <p:nvSpPr>
          <p:cNvPr id="47" name="PlaceHolder 2"/>
          <p:cNvSpPr>
            <a:spLocks noGrp="1"/>
          </p:cNvSpPr>
          <p:nvPr>
            <p:ph/>
          </p:nvPr>
        </p:nvSpPr>
        <p:spPr>
          <a:xfrm>
            <a:off x="609480" y="1604520"/>
            <a:ext cx="10972080" cy="3976920"/>
          </a:xfrm>
          <a:prstGeom prst="rect">
            <a:avLst/>
          </a:prstGeom>
          <a:noFill/>
          <a:ln w="0">
            <a:noFill/>
          </a:ln>
        </p:spPr>
        <p:txBody>
          <a:bodyPr lIns="0" rIns="0" tIns="0" bIns="0" anchor="t">
            <a:normAutofit fontScale="92500" lnSpcReduction="19999"/>
          </a:bodyPr>
          <a:p>
            <a:pPr marL="432000" indent="-324000">
              <a:lnSpc>
                <a:spcPct val="90000"/>
              </a:lnSpc>
              <a:spcBef>
                <a:spcPts val="1191"/>
              </a:spcBef>
              <a:spcAft>
                <a:spcPts val="992"/>
              </a:spcAft>
              <a:buClr>
                <a:srgbClr val="000000"/>
              </a:buClr>
              <a:buSzPct val="45000"/>
              <a:buFont typeface="Wingdings" charset="2"/>
              <a:buChar char=""/>
            </a:pPr>
            <a:r>
              <a:rPr b="1" lang="en-US" sz="2400" strike="noStrike" u="none">
                <a:solidFill>
                  <a:schemeClr val="dk1"/>
                </a:solidFill>
                <a:effectLst/>
                <a:uFillTx/>
                <a:latin typeface="Calibri"/>
              </a:rPr>
              <a:t>Core Synchronization Engine:</a:t>
            </a:r>
            <a:r>
              <a:rPr b="0" lang="en-US" sz="2400" strike="noStrike" u="none">
                <a:solidFill>
                  <a:schemeClr val="dk1"/>
                </a:solidFill>
                <a:effectLst/>
                <a:uFillTx/>
                <a:latin typeface="Calibri"/>
              </a:rPr>
              <a:t> Develop an offline tool with a bidirectional parser and converter for primary formats (e.g., .tex, .md, .docx). It will create and maintain a master abstract document model that stores content, structure, and styling in a neutral, intermediate representation.</a:t>
            </a:r>
            <a:endParaRPr b="0" lang="en-IN" sz="2400" strike="noStrike" u="none">
              <a:solidFill>
                <a:srgbClr val="000000"/>
              </a:solidFill>
              <a:effectLst/>
              <a:uFillTx/>
              <a:latin typeface="Arial"/>
            </a:endParaRPr>
          </a:p>
          <a:p>
            <a:pPr marL="432000" indent="-324000">
              <a:lnSpc>
                <a:spcPct val="90000"/>
              </a:lnSpc>
              <a:spcBef>
                <a:spcPts val="1191"/>
              </a:spcBef>
              <a:spcAft>
                <a:spcPts val="992"/>
              </a:spcAft>
              <a:buClr>
                <a:srgbClr val="000000"/>
              </a:buClr>
              <a:buSzPct val="45000"/>
              <a:buFont typeface="Wingdings" charset="2"/>
              <a:buChar char=""/>
            </a:pPr>
            <a:r>
              <a:rPr b="1" lang="en-US" sz="2400" strike="noStrike" u="none">
                <a:solidFill>
                  <a:schemeClr val="dk1"/>
                </a:solidFill>
                <a:effectLst/>
                <a:uFillTx/>
                <a:latin typeface="Calibri"/>
              </a:rPr>
              <a:t>Refinement &amp; Robustness:</a:t>
            </a:r>
            <a:r>
              <a:rPr b="0" lang="en-US" sz="2400" strike="noStrike" u="none">
                <a:solidFill>
                  <a:schemeClr val="dk1"/>
                </a:solidFill>
                <a:effectLst/>
                <a:uFillTx/>
                <a:latin typeface="Calibri"/>
              </a:rPr>
              <a:t> Polish the tool through iterative testing with complex documents. This phase focuses on edge-case handling (e.g., custom LaTeX commands, complex Word layouts), conflict resolution algorithms for simultaneous edits, and improving the accuracy and performance of the synchronization cycle.</a:t>
            </a:r>
            <a:endParaRPr b="0" lang="en-IN" sz="2400" strike="noStrike" u="none">
              <a:solidFill>
                <a:srgbClr val="000000"/>
              </a:solidFill>
              <a:effectLst/>
              <a:uFillTx/>
              <a:latin typeface="Arial"/>
            </a:endParaRPr>
          </a:p>
          <a:p>
            <a:pPr marL="432000" indent="-324000">
              <a:lnSpc>
                <a:spcPct val="90000"/>
              </a:lnSpc>
              <a:spcBef>
                <a:spcPts val="1191"/>
              </a:spcBef>
              <a:spcAft>
                <a:spcPts val="992"/>
              </a:spcAft>
              <a:buClr>
                <a:srgbClr val="000000"/>
              </a:buClr>
              <a:buSzPct val="45000"/>
              <a:buFont typeface="Wingdings" charset="2"/>
              <a:buChar char=""/>
            </a:pPr>
            <a:r>
              <a:rPr b="1" lang="en-US" sz="2400" strike="noStrike" u="none">
                <a:solidFill>
                  <a:schemeClr val="dk1"/>
                </a:solidFill>
                <a:effectLst/>
                <a:uFillTx/>
                <a:latin typeface="Calibri"/>
              </a:rPr>
              <a:t>User-Facing Interface &amp; Integration: </a:t>
            </a:r>
            <a:r>
              <a:rPr b="0" lang="en-US" sz="2400" strike="noStrike" u="none">
                <a:solidFill>
                  <a:schemeClr val="dk1"/>
                </a:solidFill>
                <a:effectLst/>
                <a:uFillTx/>
                <a:latin typeface="Calibri"/>
              </a:rPr>
              <a:t>Create a wrapper application to provide a unified user experience. This includes either a graphical user interface (GUI) that abstracts the underlying complexity or a CLI wrapper that allows users to initiate syncs and manage documents seamlessly across formats from a single point of control</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240"/>
            <a:ext cx="10972080" cy="1145160"/>
          </a:xfrm>
          <a:prstGeom prst="rect">
            <a:avLst/>
          </a:prstGeom>
          <a:noFill/>
          <a:ln w="0">
            <a:noFill/>
          </a:ln>
        </p:spPr>
        <p:txBody>
          <a:bodyPr lIns="0" rIns="0" tIns="0" bIns="0" anchor="ctr" anchorCtr="1">
            <a:spAutoFit/>
          </a:bodyPr>
          <a:p>
            <a:pPr indent="0" algn="ctr">
              <a:lnSpc>
                <a:spcPct val="100000"/>
              </a:lnSpc>
              <a:buNone/>
              <a:tabLst>
                <a:tab algn="l" pos="0"/>
              </a:tabLst>
            </a:pPr>
            <a:r>
              <a:rPr b="0" lang="en-US" sz="4000" strike="noStrike" u="none">
                <a:solidFill>
                  <a:schemeClr val="dk1"/>
                </a:solidFill>
                <a:effectLst/>
                <a:uFillTx/>
                <a:latin typeface="Calibri"/>
              </a:rPr>
              <a:t>SWOT Analysis</a:t>
            </a:r>
            <a:endParaRPr b="0" lang="en-IN" sz="4000" strike="noStrike" u="none">
              <a:solidFill>
                <a:srgbClr val="000000"/>
              </a:solidFill>
              <a:effectLst/>
              <a:uFillTx/>
              <a:latin typeface="Arial"/>
            </a:endParaRPr>
          </a:p>
        </p:txBody>
      </p:sp>
      <p:graphicFrame>
        <p:nvGraphicFramePr>
          <p:cNvPr id="49" name=""/>
          <p:cNvGraphicFramePr/>
          <p:nvPr/>
        </p:nvGraphicFramePr>
        <p:xfrm>
          <a:off x="900000" y="1620000"/>
          <a:ext cx="9899640" cy="4320000"/>
        </p:xfrm>
        <a:graphic>
          <a:graphicData uri="http://schemas.openxmlformats.org/drawingml/2006/table">
            <a:tbl>
              <a:tblPr/>
              <a:tblGrid>
                <a:gridCol w="4948920"/>
                <a:gridCol w="4951080"/>
              </a:tblGrid>
              <a:tr h="1861200">
                <a:tc>
                  <a:txBody>
                    <a:bodyPr lIns="36000" rIns="36000" anchor="t">
                      <a:noAutofit/>
                    </a:bodyPr>
                    <a:p>
                      <a:pPr marL="216000" indent="-216000" algn="ctr">
                        <a:lnSpc>
                          <a:spcPct val="100000"/>
                        </a:lnSpc>
                        <a:buClr>
                          <a:srgbClr val="000000"/>
                        </a:buClr>
                        <a:buSzPct val="45000"/>
                        <a:buFont typeface="Wingdings" charset="2"/>
                        <a:buChar char=""/>
                      </a:pPr>
                      <a:r>
                        <a:rPr b="1" lang="en-IN" sz="1800" strike="noStrike" u="none">
                          <a:solidFill>
                            <a:srgbClr val="000000"/>
                          </a:solidFill>
                          <a:effectLst/>
                          <a:uFillTx/>
                          <a:latin typeface="Arial"/>
                        </a:rPr>
                        <a:t>Strengths</a:t>
                      </a:r>
                      <a:endParaRPr b="0" lang="en-IN"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IN" sz="1800" strike="noStrike" u="none">
                          <a:solidFill>
                            <a:srgbClr val="000000"/>
                          </a:solidFill>
                          <a:effectLst/>
                          <a:uFillTx/>
                          <a:latin typeface="Arial"/>
                        </a:rPr>
                        <a:t>Solves a clear pain point for users juggling multiple document formats.</a:t>
                      </a:r>
                      <a:endParaRPr b="0" lang="en-IN"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IN" sz="1800" strike="noStrike" u="none">
                          <a:solidFill>
                            <a:srgbClr val="000000"/>
                          </a:solidFill>
                          <a:effectLst/>
                          <a:uFillTx/>
                          <a:latin typeface="Arial"/>
                        </a:rPr>
                        <a:t>"Best of all worlds" value proposition.</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marL="216000" indent="-216000" algn="ctr">
                        <a:lnSpc>
                          <a:spcPct val="100000"/>
                        </a:lnSpc>
                        <a:buClr>
                          <a:srgbClr val="000000"/>
                        </a:buClr>
                        <a:buSzPct val="45000"/>
                        <a:buFont typeface="Wingdings" charset="2"/>
                        <a:buChar char=""/>
                      </a:pPr>
                      <a:r>
                        <a:rPr b="1" lang="en-IN" sz="1800" strike="noStrike" u="none">
                          <a:solidFill>
                            <a:srgbClr val="000000"/>
                          </a:solidFill>
                          <a:effectLst/>
                          <a:uFillTx/>
                          <a:latin typeface="Arial"/>
                        </a:rPr>
                        <a:t>Weaknesses</a:t>
                      </a:r>
                      <a:endParaRPr b="0" lang="en-IN"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IN" sz="1800" strike="noStrike" u="none">
                          <a:solidFill>
                            <a:srgbClr val="000000"/>
                          </a:solidFill>
                          <a:effectLst/>
                          <a:uFillTx/>
                          <a:latin typeface="Arial"/>
                        </a:rPr>
                        <a:t>High development complexity for robust synchronization.</a:t>
                      </a:r>
                      <a:endParaRPr b="0" lang="en-IN"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IN" sz="1800" strike="noStrike" u="none">
                          <a:solidFill>
                            <a:srgbClr val="000000"/>
                          </a:solidFill>
                          <a:effectLst/>
                          <a:uFillTx/>
                          <a:latin typeface="Arial"/>
                        </a:rPr>
                        <a:t>The Current Document Converter is Unpolished (Pandoc)</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458800">
                <a:tc>
                  <a:txBody>
                    <a:bodyPr lIns="36000" rIns="36000" anchor="t">
                      <a:noAutofit/>
                    </a:bodyPr>
                    <a:p>
                      <a:pPr marL="216000" indent="-216000" algn="ctr">
                        <a:lnSpc>
                          <a:spcPct val="100000"/>
                        </a:lnSpc>
                        <a:buClr>
                          <a:srgbClr val="000000"/>
                        </a:buClr>
                        <a:buSzPct val="45000"/>
                        <a:buFont typeface="Wingdings" charset="2"/>
                        <a:buChar char=""/>
                      </a:pPr>
                      <a:r>
                        <a:rPr b="1" lang="en-IN" sz="1800" strike="noStrike" u="none">
                          <a:solidFill>
                            <a:srgbClr val="000000"/>
                          </a:solidFill>
                          <a:effectLst/>
                          <a:uFillTx/>
                          <a:latin typeface="Arial"/>
                        </a:rPr>
                        <a:t>Opportunities</a:t>
                      </a:r>
                      <a:endParaRPr b="0" lang="en-IN"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IN" sz="1800" strike="noStrike" u="none">
                          <a:solidFill>
                            <a:srgbClr val="000000"/>
                          </a:solidFill>
                          <a:effectLst/>
                          <a:uFillTx/>
                          <a:latin typeface="Arial"/>
                        </a:rPr>
                        <a:t>Targets academia, technical writing, and publishing where multi-format work is common.</a:t>
                      </a:r>
                      <a:endParaRPr b="0" lang="en-IN" sz="1800" strike="noStrike" u="none">
                        <a:solidFill>
                          <a:srgbClr val="000000"/>
                        </a:solidFill>
                        <a:effectLst/>
                        <a:uFillTx/>
                        <a:latin typeface="Arial"/>
                      </a:endParaRPr>
                    </a:p>
                    <a:p>
                      <a:pPr marL="216000" indent="-216000" algn="ctr">
                        <a:lnSpc>
                          <a:spcPct val="100000"/>
                        </a:lnSpc>
                        <a:buClr>
                          <a:srgbClr val="000000"/>
                        </a:buClr>
                        <a:buSzPct val="45000"/>
                        <a:buFont typeface="Wingdings" charset="2"/>
                        <a:buChar char=""/>
                      </a:pPr>
                      <a:r>
                        <a:rPr b="0" lang="en-IN" sz="1800" strike="noStrike" u="none">
                          <a:solidFill>
                            <a:srgbClr val="000000"/>
                          </a:solidFill>
                          <a:effectLst/>
                          <a:uFillTx/>
                          <a:latin typeface="Arial"/>
                        </a:rPr>
                        <a:t>Can integrate with or become a backbone for collaborative editing platforms.</a:t>
                      </a: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marL="216000" indent="-216000" algn="ctr">
                        <a:lnSpc>
                          <a:spcPct val="100000"/>
                        </a:lnSpc>
                        <a:buClr>
                          <a:srgbClr val="000000"/>
                        </a:buClr>
                        <a:buSzPct val="45000"/>
                        <a:buFont typeface="Wingdings" charset="2"/>
                        <a:buChar char=""/>
                      </a:pPr>
                      <a:r>
                        <a:rPr b="1" lang="en-IN" sz="1800" strike="noStrike" u="none">
                          <a:solidFill>
                            <a:srgbClr val="000000"/>
                          </a:solidFill>
                          <a:effectLst/>
                          <a:uFillTx/>
                          <a:latin typeface="Arial"/>
                        </a:rPr>
                        <a:t>Threats</a:t>
                      </a:r>
                      <a:endParaRPr b="0" lang="en-IN"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IN" sz="1800" strike="noStrike" u="none">
                          <a:solidFill>
                            <a:srgbClr val="000000"/>
                          </a:solidFill>
                          <a:effectLst/>
                          <a:uFillTx/>
                          <a:latin typeface="Arial"/>
                        </a:rPr>
                        <a:t>Established tools (Overleaf, Obsidian, Office 365) adding limited cross-compatibility.</a:t>
                      </a:r>
                      <a:endParaRPr b="0" lang="en-IN"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IN" sz="1800" strike="noStrike" u="none">
                          <a:solidFill>
                            <a:srgbClr val="000000"/>
                          </a:solidFill>
                          <a:effectLst/>
                          <a:uFillTx/>
                          <a:latin typeface="Arial"/>
                        </a:rPr>
                        <a:t>User inertia and reluctance to adopt a new, unproven workflow.</a:t>
                      </a:r>
                      <a:endParaRPr b="0" lang="en-IN" sz="1800" strike="noStrike" u="none">
                        <a:solidFill>
                          <a:srgbClr val="000000"/>
                        </a:solidFill>
                        <a:effectLst/>
                        <a:uFillTx/>
                        <a:latin typeface="Arial"/>
                      </a:endParaRPr>
                    </a:p>
                    <a:p>
                      <a:pPr>
                        <a:lnSpc>
                          <a:spcPct val="100000"/>
                        </a:lnSpc>
                      </a:pPr>
                      <a:endParaRPr b="0" lang="en-IN" sz="1800" strike="noStrike" u="none">
                        <a:solidFill>
                          <a:srgbClr val="000000"/>
                        </a:solidFill>
                        <a:effectLst/>
                        <a:uFillTx/>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240"/>
            <a:ext cx="10972080" cy="1145160"/>
          </a:xfrm>
          <a:prstGeom prst="rect">
            <a:avLst/>
          </a:prstGeom>
          <a:noFill/>
          <a:ln w="0">
            <a:noFill/>
          </a:ln>
        </p:spPr>
        <p:txBody>
          <a:bodyPr lIns="0" rIns="0" tIns="0" bIns="0" anchor="ctr" anchorCtr="1">
            <a:spAutoFit/>
          </a:bodyPr>
          <a:p>
            <a:pPr marL="343080" indent="0" algn="ctr" defTabSz="914400">
              <a:lnSpc>
                <a:spcPct val="150000"/>
              </a:lnSpc>
              <a:buNone/>
              <a:tabLst>
                <a:tab algn="l" pos="0"/>
              </a:tabLst>
            </a:pPr>
            <a:r>
              <a:rPr b="0" lang="en-US" sz="4000" strike="noStrike" u="none">
                <a:solidFill>
                  <a:schemeClr val="dk1"/>
                </a:solidFill>
                <a:effectLst/>
                <a:uFillTx/>
                <a:latin typeface="Times New Roman"/>
              </a:rPr>
              <a:t>Pert Chart</a:t>
            </a:r>
            <a:endParaRPr b="0" lang="en-IN" sz="4000" strike="noStrike" u="none">
              <a:solidFill>
                <a:srgbClr val="000000"/>
              </a:solidFill>
              <a:effectLst/>
              <a:uFillTx/>
              <a:latin typeface="Arial"/>
            </a:endParaRPr>
          </a:p>
        </p:txBody>
      </p:sp>
      <p:pic>
        <p:nvPicPr>
          <p:cNvPr id="51" name="" descr=""/>
          <p:cNvPicPr/>
          <p:nvPr/>
        </p:nvPicPr>
        <p:blipFill>
          <a:blip r:embed="rId1"/>
          <a:stretch/>
        </p:blipFill>
        <p:spPr>
          <a:xfrm>
            <a:off x="3802320" y="1260000"/>
            <a:ext cx="4477320" cy="526428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367920" y="114840"/>
            <a:ext cx="10972080" cy="1145160"/>
          </a:xfrm>
          <a:prstGeom prst="rect">
            <a:avLst/>
          </a:prstGeom>
          <a:noFill/>
          <a:ln w="0">
            <a:noFill/>
          </a:ln>
        </p:spPr>
        <p:txBody>
          <a:bodyPr lIns="0" rIns="0" tIns="0" bIns="0" anchor="ctr" anchorCtr="1">
            <a:spAutoFit/>
          </a:bodyPr>
          <a:p>
            <a:pPr marL="343080" indent="0" algn="ctr" defTabSz="914400">
              <a:lnSpc>
                <a:spcPct val="150000"/>
              </a:lnSpc>
              <a:buNone/>
              <a:tabLst>
                <a:tab algn="l" pos="0"/>
              </a:tabLst>
            </a:pPr>
            <a:r>
              <a:rPr b="0" lang="en-US" sz="4000" strike="noStrike" u="none">
                <a:solidFill>
                  <a:schemeClr val="dk1"/>
                </a:solidFill>
                <a:effectLst/>
                <a:uFillTx/>
                <a:latin typeface="Times New Roman"/>
              </a:rPr>
              <a:t>Roadmap</a:t>
            </a:r>
            <a:endParaRPr b="0" lang="en-IN" sz="4000" strike="noStrike" u="none">
              <a:solidFill>
                <a:srgbClr val="000000"/>
              </a:solidFill>
              <a:effectLst/>
              <a:uFillTx/>
              <a:latin typeface="Arial"/>
            </a:endParaRPr>
          </a:p>
        </p:txBody>
      </p:sp>
      <p:pic>
        <p:nvPicPr>
          <p:cNvPr id="53" name="" descr=""/>
          <p:cNvPicPr/>
          <p:nvPr/>
        </p:nvPicPr>
        <p:blipFill>
          <a:blip r:embed="rId1">
            <a:extLst>
              <a:ext uri="{96DAC541-7B7A-43D3-8B79-37D633B846F1}">
                <asvg:svgBlip xmlns:asvg="http://schemas.microsoft.com/office/drawing/2016/SVG/main" r:embed="rId2"/>
              </a:ext>
            </a:extLst>
          </a:blip>
          <a:stretch/>
        </p:blipFill>
        <p:spPr>
          <a:xfrm>
            <a:off x="2700000" y="1348200"/>
            <a:ext cx="3948480" cy="513180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240"/>
            <a:ext cx="10972080" cy="1145160"/>
          </a:xfrm>
          <a:prstGeom prst="rect">
            <a:avLst/>
          </a:prstGeom>
          <a:noFill/>
          <a:ln w="0">
            <a:noFill/>
          </a:ln>
        </p:spPr>
        <p:txBody>
          <a:bodyPr lIns="0" rIns="0" tIns="0" bIns="0" anchor="ctr" anchorCtr="1">
            <a:spAutoFit/>
          </a:bodyPr>
          <a:p>
            <a:pPr marL="343080" indent="0" algn="ctr" defTabSz="914400">
              <a:lnSpc>
                <a:spcPct val="150000"/>
              </a:lnSpc>
              <a:buNone/>
              <a:tabLst>
                <a:tab algn="l" pos="0"/>
              </a:tabLst>
            </a:pPr>
            <a:r>
              <a:rPr b="0" lang="en-US" sz="4000" strike="noStrike" u="none">
                <a:solidFill>
                  <a:schemeClr val="dk1"/>
                </a:solidFill>
                <a:effectLst/>
                <a:uFillTx/>
                <a:latin typeface="Times New Roman"/>
              </a:rPr>
              <a:t>Class Diagram</a:t>
            </a:r>
            <a:endParaRPr b="0" lang="en-IN" sz="4000" strike="noStrike" u="none">
              <a:solidFill>
                <a:srgbClr val="000000"/>
              </a:solidFill>
              <a:effectLst/>
              <a:uFillTx/>
              <a:latin typeface="Arial"/>
            </a:endParaRPr>
          </a:p>
        </p:txBody>
      </p:sp>
      <p:pic>
        <p:nvPicPr>
          <p:cNvPr id="55" name="" descr=""/>
          <p:cNvPicPr/>
          <p:nvPr/>
        </p:nvPicPr>
        <p:blipFill>
          <a:blip r:embed="rId1">
            <a:extLst>
              <a:ext uri="{96DAC541-7B7A-43D3-8B79-37D633B846F1}">
                <asvg:svgBlip xmlns:asvg="http://schemas.microsoft.com/office/drawing/2016/SVG/main" r:embed="rId2"/>
              </a:ext>
            </a:extLst>
          </a:blip>
          <a:stretch/>
        </p:blipFill>
        <p:spPr>
          <a:xfrm>
            <a:off x="2880000" y="1485720"/>
            <a:ext cx="3913560" cy="499428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240"/>
            <a:ext cx="10972080" cy="1145160"/>
          </a:xfrm>
          <a:prstGeom prst="rect">
            <a:avLst/>
          </a:prstGeom>
          <a:noFill/>
          <a:ln w="0">
            <a:noFill/>
          </a:ln>
        </p:spPr>
        <p:txBody>
          <a:bodyPr lIns="0" rIns="0" tIns="0" bIns="0" anchor="ctr" anchorCtr="1">
            <a:spAutoFit/>
          </a:bodyPr>
          <a:p>
            <a:pPr marL="343080" indent="0" algn="ctr" defTabSz="914400">
              <a:lnSpc>
                <a:spcPct val="150000"/>
              </a:lnSpc>
              <a:buNone/>
              <a:tabLst>
                <a:tab algn="l" pos="0"/>
              </a:tabLst>
            </a:pPr>
            <a:r>
              <a:rPr b="0" lang="en-US" sz="4000" strike="noStrike" u="none">
                <a:solidFill>
                  <a:schemeClr val="dk1"/>
                </a:solidFill>
                <a:effectLst/>
                <a:uFillTx/>
                <a:latin typeface="Times New Roman"/>
              </a:rPr>
              <a:t>Activity Diagram</a:t>
            </a:r>
            <a:endParaRPr b="0" lang="en-IN" sz="4000" strike="noStrike" u="none">
              <a:solidFill>
                <a:srgbClr val="000000"/>
              </a:solidFill>
              <a:effectLst/>
              <a:uFillTx/>
              <a:latin typeface="Arial"/>
            </a:endParaRPr>
          </a:p>
        </p:txBody>
      </p:sp>
      <p:pic>
        <p:nvPicPr>
          <p:cNvPr id="57" name="" descr=""/>
          <p:cNvPicPr/>
          <p:nvPr/>
        </p:nvPicPr>
        <p:blipFill>
          <a:blip r:embed="rId1">
            <a:extLst>
              <a:ext uri="{96DAC541-7B7A-43D3-8B79-37D633B846F1}">
                <asvg:svgBlip xmlns:asvg="http://schemas.microsoft.com/office/drawing/2016/SVG/main" r:embed="rId2"/>
              </a:ext>
            </a:extLst>
          </a:blip>
          <a:stretch/>
        </p:blipFill>
        <p:spPr>
          <a:xfrm>
            <a:off x="3960000" y="1485360"/>
            <a:ext cx="3772800" cy="48146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360000" y="180000"/>
            <a:ext cx="10972080" cy="1145160"/>
          </a:xfrm>
          <a:prstGeom prst="rect">
            <a:avLst/>
          </a:prstGeom>
          <a:noFill/>
          <a:ln w="0">
            <a:noFill/>
          </a:ln>
        </p:spPr>
        <p:txBody>
          <a:bodyPr lIns="0" rIns="0" tIns="0" bIns="0" anchor="ctr" anchorCtr="1">
            <a:spAutoFit/>
          </a:bodyPr>
          <a:p>
            <a:pPr marL="343080" indent="0" algn="ctr" defTabSz="914400">
              <a:lnSpc>
                <a:spcPct val="150000"/>
              </a:lnSpc>
              <a:buNone/>
              <a:tabLst>
                <a:tab algn="l" pos="0"/>
              </a:tabLst>
            </a:pPr>
            <a:r>
              <a:rPr b="0" lang="en-US" sz="4000" strike="noStrike" u="none">
                <a:solidFill>
                  <a:schemeClr val="dk1"/>
                </a:solidFill>
                <a:effectLst/>
                <a:uFillTx/>
                <a:latin typeface="Times New Roman"/>
              </a:rPr>
              <a:t>Data Flow Diagram</a:t>
            </a:r>
            <a:endParaRPr b="0" lang="en-IN" sz="4000" strike="noStrike" u="none">
              <a:solidFill>
                <a:srgbClr val="000000"/>
              </a:solidFill>
              <a:effectLst/>
              <a:uFillTx/>
              <a:latin typeface="Arial"/>
            </a:endParaRPr>
          </a:p>
        </p:txBody>
      </p:sp>
      <p:pic>
        <p:nvPicPr>
          <p:cNvPr id="59" name="" descr=""/>
          <p:cNvPicPr/>
          <p:nvPr/>
        </p:nvPicPr>
        <p:blipFill>
          <a:blip r:embed="rId1">
            <a:extLst>
              <a:ext uri="{96DAC541-7B7A-43D3-8B79-37D633B846F1}">
                <asvg:svgBlip xmlns:asvg="http://schemas.microsoft.com/office/drawing/2016/SVG/main" r:embed="rId2"/>
              </a:ext>
            </a:extLst>
          </a:blip>
          <a:stretch/>
        </p:blipFill>
        <p:spPr>
          <a:xfrm>
            <a:off x="3053880" y="1080000"/>
            <a:ext cx="6486120" cy="572400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7920" y="114840"/>
            <a:ext cx="10972080" cy="1145160"/>
          </a:xfrm>
          <a:prstGeom prst="rect">
            <a:avLst/>
          </a:prstGeom>
          <a:noFill/>
          <a:ln w="0">
            <a:noFill/>
          </a:ln>
        </p:spPr>
        <p:txBody>
          <a:bodyPr lIns="0" rIns="0" tIns="0" bIns="0" anchor="ctr" anchorCtr="1">
            <a:spAutoFit/>
          </a:bodyPr>
          <a:p>
            <a:pPr marL="343080" indent="0" algn="ctr" defTabSz="914400">
              <a:lnSpc>
                <a:spcPct val="150000"/>
              </a:lnSpc>
              <a:buNone/>
              <a:tabLst>
                <a:tab algn="l" pos="0"/>
              </a:tabLst>
            </a:pPr>
            <a:r>
              <a:rPr b="0" lang="en-US" sz="4000" strike="noStrike" u="none">
                <a:solidFill>
                  <a:schemeClr val="dk1"/>
                </a:solidFill>
                <a:effectLst/>
                <a:uFillTx/>
                <a:latin typeface="Times New Roman"/>
              </a:rPr>
              <a:t>Use Case Diagram</a:t>
            </a:r>
            <a:endParaRPr b="0" lang="en-IN" sz="4000" strike="noStrike" u="none">
              <a:solidFill>
                <a:srgbClr val="000000"/>
              </a:solidFill>
              <a:effectLst/>
              <a:uFillTx/>
              <a:latin typeface="Arial"/>
            </a:endParaRPr>
          </a:p>
        </p:txBody>
      </p:sp>
      <p:pic>
        <p:nvPicPr>
          <p:cNvPr id="61" name="" descr=""/>
          <p:cNvPicPr/>
          <p:nvPr/>
        </p:nvPicPr>
        <p:blipFill>
          <a:blip r:embed="rId1">
            <a:extLst>
              <a:ext uri="{96DAC541-7B7A-43D3-8B79-37D633B846F1}">
                <asvg:svgBlip xmlns:asvg="http://schemas.microsoft.com/office/drawing/2016/SVG/main" r:embed="rId2"/>
              </a:ext>
            </a:extLst>
          </a:blip>
          <a:stretch/>
        </p:blipFill>
        <p:spPr>
          <a:xfrm>
            <a:off x="2925360" y="1207080"/>
            <a:ext cx="4814640" cy="527292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609480" y="273240"/>
            <a:ext cx="10972080" cy="1145160"/>
          </a:xfrm>
          <a:prstGeom prst="rect">
            <a:avLst/>
          </a:prstGeom>
          <a:noFill/>
          <a:ln w="0">
            <a:noFill/>
          </a:ln>
        </p:spPr>
        <p:txBody>
          <a:bodyPr lIns="0" rIns="0" tIns="0" bIns="0" anchor="ctr" anchorCtr="1">
            <a:spAutoFit/>
          </a:bodyPr>
          <a:p>
            <a:pPr indent="0" algn="ctr">
              <a:lnSpc>
                <a:spcPct val="100000"/>
              </a:lnSpc>
              <a:buNone/>
              <a:tabLst>
                <a:tab algn="l" pos="0"/>
              </a:tabLst>
            </a:pPr>
            <a:r>
              <a:rPr b="0" lang="en-US" sz="4000" strike="noStrike" u="none">
                <a:solidFill>
                  <a:schemeClr val="dk1"/>
                </a:solidFill>
                <a:effectLst/>
                <a:uFillTx/>
                <a:latin typeface="Calibri"/>
              </a:rPr>
              <a:t>Conclusion</a:t>
            </a:r>
            <a:endParaRPr b="0" lang="en-IN" sz="4000" strike="noStrike" u="none">
              <a:solidFill>
                <a:srgbClr val="000000"/>
              </a:solidFill>
              <a:effectLst/>
              <a:uFillTx/>
              <a:latin typeface="Arial"/>
            </a:endParaRPr>
          </a:p>
        </p:txBody>
      </p:sp>
      <p:sp>
        <p:nvSpPr>
          <p:cNvPr id="63" name="PlaceHolder 2"/>
          <p:cNvSpPr>
            <a:spLocks noGrp="1"/>
          </p:cNvSpPr>
          <p:nvPr>
            <p:ph type="subTitle"/>
          </p:nvPr>
        </p:nvSpPr>
        <p:spPr>
          <a:xfrm>
            <a:off x="609480" y="1604160"/>
            <a:ext cx="10972080" cy="3977640"/>
          </a:xfrm>
          <a:prstGeom prst="rect">
            <a:avLst/>
          </a:prstGeom>
          <a:noFill/>
          <a:ln w="0">
            <a:noFill/>
          </a:ln>
        </p:spPr>
        <p:txBody>
          <a:bodyPr lIns="0" rIns="0" tIns="0" bIns="0" anchor="ctr">
            <a:spAutoFit/>
          </a:bodyPr>
          <a:p>
            <a:pPr indent="0" algn="ctr">
              <a:lnSpc>
                <a:spcPct val="100000"/>
              </a:lnSpc>
              <a:spcBef>
                <a:spcPts val="1191"/>
              </a:spcBef>
              <a:spcAft>
                <a:spcPts val="992"/>
              </a:spcAft>
              <a:buNone/>
              <a:tabLst>
                <a:tab algn="l" pos="0"/>
              </a:tabLst>
            </a:pPr>
            <a:r>
              <a:rPr b="0" lang="en-IN" sz="3200" strike="noStrike" u="none">
                <a:solidFill>
                  <a:srgbClr val="000000"/>
                </a:solidFill>
                <a:effectLst/>
                <a:uFillTx/>
                <a:latin typeface="Arial"/>
              </a:rPr>
              <a:t>The proposed platform directly addresses the fragmented landscape of document creation by introducing a novel, language-agnostic methodology. By developing a core synchronization engine to maintain a master document model, refining its conversion robustness, and wrapping it in an intuitive interface, the project aims to unify the distinct advantages of tools like LaTeX, Markdown, and Word while nullifying their individual shortcomings.</a:t>
            </a:r>
            <a:endParaRPr b="0" lang="en-IN"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240"/>
            <a:ext cx="10972080" cy="1145160"/>
          </a:xfrm>
          <a:prstGeom prst="rect">
            <a:avLst/>
          </a:prstGeom>
          <a:noFill/>
          <a:ln w="0">
            <a:noFill/>
          </a:ln>
        </p:spPr>
        <p:txBody>
          <a:bodyPr lIns="0" rIns="0" tIns="0" bIns="0" anchor="ctr" anchorCtr="1">
            <a:spAutoFit/>
          </a:bodyPr>
          <a:p>
            <a:pPr indent="0" algn="ctr">
              <a:lnSpc>
                <a:spcPct val="100000"/>
              </a:lnSpc>
              <a:buNone/>
              <a:tabLst>
                <a:tab algn="l" pos="0"/>
              </a:tabLst>
            </a:pPr>
            <a:r>
              <a:rPr b="0" lang="en-US" sz="4000" strike="noStrike" u="none">
                <a:solidFill>
                  <a:schemeClr val="dk1"/>
                </a:solidFill>
                <a:effectLst/>
                <a:uFillTx/>
                <a:latin typeface="Calibri"/>
              </a:rPr>
              <a:t>References</a:t>
            </a:r>
            <a:endParaRPr b="0" lang="en-IN" sz="4000" strike="noStrike" u="none">
              <a:solidFill>
                <a:srgbClr val="000000"/>
              </a:solidFill>
              <a:effectLst/>
              <a:uFillTx/>
              <a:latin typeface="Arial"/>
            </a:endParaRPr>
          </a:p>
        </p:txBody>
      </p:sp>
      <p:sp>
        <p:nvSpPr>
          <p:cNvPr id="65" name="PlaceHolder 2"/>
          <p:cNvSpPr>
            <a:spLocks noGrp="1"/>
          </p:cNvSpPr>
          <p:nvPr>
            <p:ph type="subTitle"/>
          </p:nvPr>
        </p:nvSpPr>
        <p:spPr>
          <a:xfrm>
            <a:off x="609480" y="1571760"/>
            <a:ext cx="10972080" cy="4042800"/>
          </a:xfrm>
          <a:prstGeom prst="rect">
            <a:avLst/>
          </a:prstGeom>
          <a:noFill/>
          <a:ln w="0">
            <a:noFill/>
          </a:ln>
        </p:spPr>
        <p:txBody>
          <a:bodyPr lIns="0" rIns="0" tIns="0" bIns="0" anchor="ctr">
            <a:spAutoFit/>
          </a:bodyPr>
          <a:p>
            <a:pPr marL="216000" indent="0" algn="ctr">
              <a:lnSpc>
                <a:spcPct val="100000"/>
              </a:lnSpc>
              <a:spcBef>
                <a:spcPts val="1191"/>
              </a:spcBef>
              <a:spcAft>
                <a:spcPts val="992"/>
              </a:spcAft>
              <a:buNone/>
              <a:tabLst>
                <a:tab algn="l" pos="0"/>
              </a:tabLst>
            </a:pPr>
            <a:endParaRPr b="0" lang="en-IN" sz="2400" strike="noStrike" u="none">
              <a:solidFill>
                <a:srgbClr val="000000"/>
              </a:solidFill>
              <a:effectLst/>
              <a:uFillTx/>
              <a:latin typeface="Arial"/>
            </a:endParaRPr>
          </a:p>
          <a:p>
            <a:pPr marL="216000" indent="-216000" algn="ctr">
              <a:lnSpc>
                <a:spcPct val="100000"/>
              </a:lnSpc>
              <a:spcBef>
                <a:spcPts val="1191"/>
              </a:spcBef>
              <a:spcAft>
                <a:spcPts val="992"/>
              </a:spcAft>
              <a:buClr>
                <a:srgbClr val="000000"/>
              </a:buClr>
              <a:buFont typeface="OpenSymbol"/>
              <a:buAutoNum type="arabicParenR"/>
              <a:tabLst>
                <a:tab algn="l" pos="0"/>
              </a:tabLst>
            </a:pPr>
            <a:r>
              <a:rPr b="0" lang="en-IN" sz="2400" strike="noStrike" u="none">
                <a:solidFill>
                  <a:srgbClr val="0563c1"/>
                </a:solidFill>
                <a:effectLst/>
                <a:uFillTx/>
                <a:latin typeface="Arial"/>
                <a:hlinkClick r:id="rId1"/>
              </a:rPr>
              <a:t>https://typst.app/docs/</a:t>
            </a:r>
            <a:endParaRPr b="0" lang="en-IN" sz="2400" strike="noStrike" u="none">
              <a:solidFill>
                <a:srgbClr val="000000"/>
              </a:solidFill>
              <a:effectLst/>
              <a:uFillTx/>
              <a:latin typeface="Arial"/>
            </a:endParaRPr>
          </a:p>
          <a:p>
            <a:pPr marL="216000" indent="-216000" algn="ctr">
              <a:lnSpc>
                <a:spcPct val="100000"/>
              </a:lnSpc>
              <a:spcBef>
                <a:spcPts val="1191"/>
              </a:spcBef>
              <a:spcAft>
                <a:spcPts val="992"/>
              </a:spcAft>
              <a:buClr>
                <a:srgbClr val="000000"/>
              </a:buClr>
              <a:buFont typeface="OpenSymbol"/>
              <a:buAutoNum type="arabicParenR"/>
              <a:tabLst>
                <a:tab algn="l" pos="0"/>
              </a:tabLst>
            </a:pPr>
            <a:r>
              <a:rPr b="0" lang="en-IN" sz="2400" strike="noStrike" u="none">
                <a:solidFill>
                  <a:srgbClr val="0563c1"/>
                </a:solidFill>
                <a:effectLst/>
                <a:uFillTx/>
                <a:latin typeface="Arial"/>
                <a:hlinkClick r:id="rId2"/>
              </a:rPr>
              <a:t>https://www.latex-project.org/help/documentation/</a:t>
            </a:r>
            <a:endParaRPr b="0" lang="en-IN" sz="2400" strike="noStrike" u="none">
              <a:solidFill>
                <a:srgbClr val="000000"/>
              </a:solidFill>
              <a:effectLst/>
              <a:uFillTx/>
              <a:latin typeface="Arial"/>
            </a:endParaRPr>
          </a:p>
          <a:p>
            <a:pPr marL="216000" indent="-216000" algn="ctr">
              <a:lnSpc>
                <a:spcPct val="100000"/>
              </a:lnSpc>
              <a:spcBef>
                <a:spcPts val="1191"/>
              </a:spcBef>
              <a:spcAft>
                <a:spcPts val="992"/>
              </a:spcAft>
              <a:buClr>
                <a:srgbClr val="000000"/>
              </a:buClr>
              <a:buFont typeface="OpenSymbol"/>
              <a:buAutoNum type="arabicParenR"/>
              <a:tabLst>
                <a:tab algn="l" pos="0"/>
              </a:tabLst>
            </a:pPr>
            <a:r>
              <a:rPr b="0" lang="en-IN" sz="2400" strike="noStrike" u="none">
                <a:solidFill>
                  <a:srgbClr val="0563c1"/>
                </a:solidFill>
                <a:effectLst/>
                <a:uFillTx/>
                <a:latin typeface="Arial"/>
                <a:hlinkClick r:id="rId3"/>
              </a:rPr>
              <a:t>https://www.markdownguide.org/</a:t>
            </a:r>
            <a:endParaRPr b="0" lang="en-IN" sz="2400" strike="noStrike" u="none">
              <a:solidFill>
                <a:srgbClr val="000000"/>
              </a:solidFill>
              <a:effectLst/>
              <a:uFillTx/>
              <a:latin typeface="Arial"/>
            </a:endParaRPr>
          </a:p>
          <a:p>
            <a:pPr marL="216000" indent="-216000" algn="ctr">
              <a:lnSpc>
                <a:spcPct val="100000"/>
              </a:lnSpc>
              <a:spcBef>
                <a:spcPts val="1191"/>
              </a:spcBef>
              <a:spcAft>
                <a:spcPts val="992"/>
              </a:spcAft>
              <a:buClr>
                <a:srgbClr val="000000"/>
              </a:buClr>
              <a:buFont typeface="OpenSymbol"/>
              <a:buAutoNum type="arabicParenR"/>
              <a:tabLst>
                <a:tab algn="l" pos="0"/>
              </a:tabLst>
            </a:pPr>
            <a:r>
              <a:rPr b="0" lang="en-IN" sz="2400" strike="noStrike" u="none">
                <a:solidFill>
                  <a:srgbClr val="0563c1"/>
                </a:solidFill>
                <a:effectLst/>
                <a:uFillTx/>
                <a:latin typeface="Arial"/>
                <a:hlinkClick r:id="rId4"/>
              </a:rPr>
              <a:t>https://support.microsoft.com/en-us/word</a:t>
            </a:r>
            <a:endParaRPr b="0" lang="en-IN" sz="2400" strike="noStrike" u="none">
              <a:solidFill>
                <a:srgbClr val="000000"/>
              </a:solidFill>
              <a:effectLst/>
              <a:uFillTx/>
              <a:latin typeface="Arial"/>
            </a:endParaRPr>
          </a:p>
          <a:p>
            <a:pPr marL="216000" indent="-216000" algn="ctr">
              <a:lnSpc>
                <a:spcPct val="100000"/>
              </a:lnSpc>
              <a:spcBef>
                <a:spcPts val="1191"/>
              </a:spcBef>
              <a:spcAft>
                <a:spcPts val="992"/>
              </a:spcAft>
              <a:buClr>
                <a:srgbClr val="000000"/>
              </a:buClr>
              <a:buFont typeface="OpenSymbol"/>
              <a:buAutoNum type="arabicParenR"/>
              <a:tabLst>
                <a:tab algn="l" pos="0"/>
              </a:tabLst>
            </a:pPr>
            <a:r>
              <a:rPr b="0" lang="en-IN" sz="2400" strike="noStrike" u="none">
                <a:solidFill>
                  <a:srgbClr val="0563c1"/>
                </a:solidFill>
                <a:effectLst/>
                <a:uFillTx/>
                <a:latin typeface="Arial"/>
                <a:hlinkClick r:id="rId5"/>
              </a:rPr>
              <a:t>https://pandoc.org/MANUAL.html</a:t>
            </a:r>
            <a:endParaRPr b="0" lang="en-IN" sz="2400" strike="noStrike" u="none">
              <a:solidFill>
                <a:srgbClr val="000000"/>
              </a:solidFill>
              <a:effectLst/>
              <a:uFillTx/>
              <a:latin typeface="Arial"/>
            </a:endParaRPr>
          </a:p>
          <a:p>
            <a:pPr marL="216000" indent="0" algn="ctr">
              <a:lnSpc>
                <a:spcPct val="100000"/>
              </a:lnSpc>
              <a:spcBef>
                <a:spcPts val="1191"/>
              </a:spcBef>
              <a:spcAft>
                <a:spcPts val="992"/>
              </a:spcAft>
              <a:buNone/>
              <a:tabLst>
                <a:tab algn="l" pos="0"/>
              </a:tabLst>
            </a:pP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15358</TotalTime>
  <Application>LibreOffice/25.2.6.2$Linux_X86_64 LibreOffice_project/520$Build-2</Application>
  <AppVersion>15.0000</AppVersion>
  <Words>34</Words>
  <Paragraphs>19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2021-05-06T09:42:21Z</dcterms:created>
  <dc:creator>Stuti Gandhi</dc:creator>
  <dc:description/>
  <dc:language>en-IN</dc:language>
  <cp:lastModifiedBy/>
  <dcterms:modified xsi:type="dcterms:W3CDTF">2026-03-14T13:07:54Z</dcterms:modified>
  <cp:revision>619</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vt:i4>
  </property>
</Properties>
</file>