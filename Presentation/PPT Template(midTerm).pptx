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png" ContentType="image/png"/>
  <Override PartName="/ppt/media/image4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67E6BB-9001-4DE3-8EDA-138277F646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8C1C5D-187E-4437-8B9E-DA08357A05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620C0A-F5F3-44D5-BDDA-A99D7E4E9C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8E20D6-6476-48D2-A9D3-783513505A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D06F0C-873B-41D4-AE27-5AA2892723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456E8A-7114-4D81-B254-936CE04D12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CBABC4-3087-48FC-8D2B-08638F2EB1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30DCD8-AB3E-4547-AFE4-D1583A409E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8964A8-4330-4EF4-B5DF-7E2D076A74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48CDAC-95D6-463C-830C-F7C126306D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813D30-A12B-4760-8A20-DFC3273E48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37E25-F83E-4BAA-ABA8-F0B87E6451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13"/>
          <p:cNvSpPr/>
          <p:nvPr/>
        </p:nvSpPr>
        <p:spPr>
          <a:xfrm>
            <a:off x="99000" y="86400"/>
            <a:ext cx="11998080" cy="6684480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" name="Picture 2" descr="A picture containing text, clipart&#10;&#10;Description automatically generated"/>
          <p:cNvPicPr/>
          <p:nvPr/>
        </p:nvPicPr>
        <p:blipFill>
          <a:blip r:embed="rId2"/>
          <a:srcRect l="0" t="12814" r="7456" b="0"/>
          <a:stretch/>
        </p:blipFill>
        <p:spPr>
          <a:xfrm>
            <a:off x="10717920" y="127800"/>
            <a:ext cx="1335960" cy="5403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&lt;date/time&gt;</a:t>
            </a:r>
            <a:endParaRPr b="0" lang="en-IN" sz="18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fld id="{EAF937BD-47E0-4E15-9A8A-3822D839E15C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IN" sz="18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13"/>
          <p:cNvSpPr/>
          <p:nvPr/>
        </p:nvSpPr>
        <p:spPr>
          <a:xfrm>
            <a:off x="99000" y="86400"/>
            <a:ext cx="11998080" cy="6684480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4" name="Picture 2" descr="A picture containing text, clipart&#10;&#10;Description automatically generated"/>
          <p:cNvPicPr/>
          <p:nvPr/>
        </p:nvPicPr>
        <p:blipFill>
          <a:blip r:embed="rId2"/>
          <a:srcRect l="0" t="12814" r="7456" b="0"/>
          <a:stretch/>
        </p:blipFill>
        <p:spPr>
          <a:xfrm>
            <a:off x="10717920" y="127800"/>
            <a:ext cx="1335960" cy="54036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2"/>
          <p:cNvSpPr/>
          <p:nvPr/>
        </p:nvSpPr>
        <p:spPr>
          <a:xfrm>
            <a:off x="10667880" y="150480"/>
            <a:ext cx="1380960" cy="682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4" name="Picture 7" descr="A picture containing text, sign, outdoor&#10;&#10;Description automatically generated"/>
          <p:cNvPicPr/>
          <p:nvPr/>
        </p:nvPicPr>
        <p:blipFill>
          <a:blip r:embed="rId1"/>
          <a:stretch/>
        </p:blipFill>
        <p:spPr>
          <a:xfrm>
            <a:off x="304920" y="126000"/>
            <a:ext cx="875880" cy="149148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4" descr="A picture containing text, clipart&#10;&#10;Description automatically generated"/>
          <p:cNvPicPr/>
          <p:nvPr/>
        </p:nvPicPr>
        <p:blipFill>
          <a:blip r:embed="rId2"/>
          <a:stretch/>
        </p:blipFill>
        <p:spPr>
          <a:xfrm>
            <a:off x="7615800" y="143640"/>
            <a:ext cx="4433040" cy="1431360"/>
          </a:xfrm>
          <a:prstGeom prst="rect">
            <a:avLst/>
          </a:prstGeom>
          <a:ln w="0">
            <a:noFill/>
          </a:ln>
        </p:spPr>
      </p:pic>
      <p:sp>
        <p:nvSpPr>
          <p:cNvPr id="86" name="TextBox 1"/>
          <p:cNvSpPr/>
          <p:nvPr/>
        </p:nvSpPr>
        <p:spPr>
          <a:xfrm>
            <a:off x="3051720" y="1570680"/>
            <a:ext cx="6701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IN" sz="5400" spc="-1" strike="noStrike">
                <a:solidFill>
                  <a:srgbClr val="000000"/>
                </a:solidFill>
                <a:latin typeface="Times New Roman"/>
              </a:rPr>
              <a:t>Minor/Major Project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922680" y="2785680"/>
            <a:ext cx="99482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Title: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3200"/>
            </a:br>
            <a:endParaRPr b="0" lang="en-IN" sz="3200" spc="-1" strike="noStrike"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304920" y="5145480"/>
            <a:ext cx="60973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</a:rPr>
              <a:t>Presented by: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br>
              <a:rPr sz="1800"/>
            </a:br>
            <a:endParaRPr b="0" lang="en-IN" sz="1800" spc="-1" strike="noStrike"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9188280" y="5100120"/>
            <a:ext cx="5721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000000"/>
                </a:solidFill>
                <a:latin typeface="Times New Roman"/>
              </a:rPr>
              <a:t>Guided by:</a:t>
            </a:r>
            <a:br>
              <a:rPr sz="1800"/>
            </a:b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325800" y="248760"/>
            <a:ext cx="75301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46b0fa"/>
                </a:solidFill>
                <a:latin typeface="Times New Roman"/>
              </a:rPr>
              <a:t>Content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534960" y="899640"/>
            <a:ext cx="4650120" cy="49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Abstract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Introduction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Literature Review 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Problem Statement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Objective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Dataset Description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Methodology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SWOT Analysis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Pert Chart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Results and Analysis</a:t>
            </a:r>
            <a:endParaRPr b="0" lang="en-IN" sz="16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Conclusion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12.  References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15249</TotalTime>
  <Application>LibreOffice/7.3.7.2$Linux_X86_64 LibreOffice_project/30$Build-2</Application>
  <AppVersion>15.0000</AppVersion>
  <Words>34</Words>
  <Paragraphs>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2021-05-06T09:42:21Z</dcterms:created>
  <dc:creator>Stuti Gandhi</dc:creator>
  <dc:description/>
  <dc:language>en-IN</dc:language>
  <cp:lastModifiedBy/>
  <dcterms:modified xsi:type="dcterms:W3CDTF">2026-03-09T12:41:17Z</dcterms:modified>
  <cp:revision>606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